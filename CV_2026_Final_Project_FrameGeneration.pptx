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5" r:id="rId2"/>
  </p:sldMasterIdLst>
  <p:notesMasterIdLst>
    <p:notesMasterId r:id="rId22"/>
  </p:notesMasterIdLst>
  <p:sldIdLst>
    <p:sldId id="256" r:id="rId3"/>
    <p:sldId id="292" r:id="rId4"/>
    <p:sldId id="293" r:id="rId5"/>
    <p:sldId id="257" r:id="rId6"/>
    <p:sldId id="294" r:id="rId7"/>
    <p:sldId id="295" r:id="rId8"/>
    <p:sldId id="289" r:id="rId9"/>
    <p:sldId id="296" r:id="rId10"/>
    <p:sldId id="297" r:id="rId11"/>
    <p:sldId id="269" r:id="rId12"/>
    <p:sldId id="290" r:id="rId13"/>
    <p:sldId id="291" r:id="rId14"/>
    <p:sldId id="270" r:id="rId15"/>
    <p:sldId id="298" r:id="rId16"/>
    <p:sldId id="299" r:id="rId17"/>
    <p:sldId id="300" r:id="rId18"/>
    <p:sldId id="301" r:id="rId19"/>
    <p:sldId id="302" r:id="rId20"/>
    <p:sldId id="30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148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7EE5CC-DCC8-482D-B155-FB6E8E189B80}" type="datetimeFigureOut">
              <a:rPr lang="en-US" smtClean="0"/>
              <a:t>5/6/2026</a:t>
            </a:fld>
            <a:endParaRPr 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ED3671-BF4C-43F2-BEC7-CC3A12C06135}" type="slidenum">
              <a:rPr lang="en-US" smtClean="0"/>
              <a:t>‹#›</a:t>
            </a:fld>
            <a:endParaRPr lang="en-US"/>
          </a:p>
        </p:txBody>
      </p:sp>
    </p:spTree>
    <p:extLst>
      <p:ext uri="{BB962C8B-B14F-4D97-AF65-F5344CB8AC3E}">
        <p14:creationId xmlns:p14="http://schemas.microsoft.com/office/powerpoint/2010/main" val="3571078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Describe the algorithms you used. For example, how to generate the models, how to select the compensated blocks,, PSNR difference after applying post-processing.</a:t>
            </a:r>
            <a:endParaRPr lang="en-US" sz="1200" dirty="0">
              <a:solidFill>
                <a:srgbClr val="FF0000"/>
              </a:solidFill>
            </a:endParaRPr>
          </a:p>
          <a:p>
            <a:endParaRPr lang="en-TW" dirty="0"/>
          </a:p>
        </p:txBody>
      </p:sp>
      <p:sp>
        <p:nvSpPr>
          <p:cNvPr id="4" name="Slide Number Placeholder 3"/>
          <p:cNvSpPr>
            <a:spLocks noGrp="1"/>
          </p:cNvSpPr>
          <p:nvPr>
            <p:ph type="sldNum" sz="quarter" idx="5"/>
          </p:nvPr>
        </p:nvSpPr>
        <p:spPr/>
        <p:txBody>
          <a:bodyPr/>
          <a:lstStyle/>
          <a:p>
            <a:fld id="{EAED3671-BF4C-43F2-BEC7-CC3A12C06135}" type="slidenum">
              <a:rPr lang="en-US" smtClean="0"/>
              <a:t>11</a:t>
            </a:fld>
            <a:endParaRPr lang="en-US"/>
          </a:p>
        </p:txBody>
      </p:sp>
    </p:spTree>
    <p:extLst>
      <p:ext uri="{BB962C8B-B14F-4D97-AF65-F5344CB8AC3E}">
        <p14:creationId xmlns:p14="http://schemas.microsoft.com/office/powerpoint/2010/main" val="4272720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Describe the algorithms you used. For example, how to generate the models, how to select the compensated blocks,, PSNR difference after applying post-processing.</a:t>
            </a:r>
            <a:endParaRPr lang="en-US" sz="1200" dirty="0">
              <a:solidFill>
                <a:srgbClr val="FF0000"/>
              </a:solidFill>
            </a:endParaRPr>
          </a:p>
          <a:p>
            <a:endParaRPr lang="en-TW" dirty="0"/>
          </a:p>
        </p:txBody>
      </p:sp>
      <p:sp>
        <p:nvSpPr>
          <p:cNvPr id="4" name="Slide Number Placeholder 3"/>
          <p:cNvSpPr>
            <a:spLocks noGrp="1"/>
          </p:cNvSpPr>
          <p:nvPr>
            <p:ph type="sldNum" sz="quarter" idx="5"/>
          </p:nvPr>
        </p:nvSpPr>
        <p:spPr/>
        <p:txBody>
          <a:bodyPr/>
          <a:lstStyle/>
          <a:p>
            <a:fld id="{EAED3671-BF4C-43F2-BEC7-CC3A12C06135}" type="slidenum">
              <a:rPr lang="en-US" smtClean="0"/>
              <a:t>12</a:t>
            </a:fld>
            <a:endParaRPr lang="en-US"/>
          </a:p>
        </p:txBody>
      </p:sp>
    </p:spTree>
    <p:extLst>
      <p:ext uri="{BB962C8B-B14F-4D97-AF65-F5344CB8AC3E}">
        <p14:creationId xmlns:p14="http://schemas.microsoft.com/office/powerpoint/2010/main" val="19318008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_Formal">
    <p:bg>
      <p:bgPr>
        <a:solidFill>
          <a:srgbClr val="F39A1E"/>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2FC31B8-C0A5-4C17-8479-A454E6F28946}"/>
              </a:ext>
            </a:extLst>
          </p:cNvPr>
          <p:cNvSpPr/>
          <p:nvPr/>
        </p:nvSpPr>
        <p:spPr>
          <a:xfrm>
            <a:off x="461570" y="6294685"/>
            <a:ext cx="4951628" cy="390380"/>
          </a:xfrm>
          <a:prstGeom prst="rect">
            <a:avLst/>
          </a:prstGeom>
          <a:solidFill>
            <a:srgbClr val="F39A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US" altLang="zh-TW" sz="1067" kern="1200" dirty="0">
                <a:solidFill>
                  <a:schemeClr val="bg1"/>
                </a:solidFill>
                <a:effectLst/>
                <a:latin typeface="+mn-lt"/>
                <a:ea typeface="+mn-ea"/>
                <a:cs typeface="+mn-cs"/>
              </a:rPr>
              <a:t>MediaTek Proprietary and Confidential. © 2024 MediaTek Inc. All rights reserved.</a:t>
            </a:r>
            <a:endParaRPr lang="en-GB" altLang="zh-TW" sz="1067" dirty="0">
              <a:solidFill>
                <a:schemeClr val="bg1"/>
              </a:solidFill>
              <a:latin typeface="+mn-lt"/>
            </a:endParaRPr>
          </a:p>
        </p:txBody>
      </p:sp>
      <p:sp>
        <p:nvSpPr>
          <p:cNvPr id="4" name="文字方塊 3"/>
          <p:cNvSpPr txBox="1"/>
          <p:nvPr/>
        </p:nvSpPr>
        <p:spPr>
          <a:xfrm>
            <a:off x="3176335" y="4065008"/>
            <a:ext cx="8727604" cy="1180761"/>
          </a:xfrm>
          <a:prstGeom prst="rect">
            <a:avLst/>
          </a:prstGeom>
        </p:spPr>
        <p:txBody>
          <a:bodyPr wrap="square" lIns="0" tIns="0" rIns="0" bIns="0" rtlCol="0">
            <a:noAutofit/>
          </a:bodyPr>
          <a:lstStyle/>
          <a:p>
            <a:endParaRPr lang="zh-TW" altLang="en-US" sz="2400" dirty="0"/>
          </a:p>
        </p:txBody>
      </p:sp>
      <p:sp>
        <p:nvSpPr>
          <p:cNvPr id="12" name="文字版面配置區 20">
            <a:extLst>
              <a:ext uri="{FF2B5EF4-FFF2-40B4-BE49-F238E27FC236}">
                <a16:creationId xmlns:a16="http://schemas.microsoft.com/office/drawing/2014/main" id="{0878BF3B-8DAC-42C9-92B7-F9EC0BA19FCE}"/>
              </a:ext>
            </a:extLst>
          </p:cNvPr>
          <p:cNvSpPr>
            <a:spLocks noGrp="1"/>
          </p:cNvSpPr>
          <p:nvPr>
            <p:ph type="body" sz="quarter" idx="13" hasCustomPrompt="1"/>
          </p:nvPr>
        </p:nvSpPr>
        <p:spPr>
          <a:xfrm>
            <a:off x="3160891" y="2790952"/>
            <a:ext cx="7789051" cy="85394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4267" b="1"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CN" dirty="0"/>
              <a:t>Title/Calibri/Bold/</a:t>
            </a:r>
            <a:r>
              <a:rPr lang="en-US" altLang="zh-TW" dirty="0"/>
              <a:t>32pts</a:t>
            </a:r>
            <a:r>
              <a:rPr lang="zh-TW" altLang="en-US" dirty="0"/>
              <a:t> </a:t>
            </a:r>
          </a:p>
        </p:txBody>
      </p:sp>
      <p:pic>
        <p:nvPicPr>
          <p:cNvPr id="13" name="圖片 12">
            <a:extLst>
              <a:ext uri="{FF2B5EF4-FFF2-40B4-BE49-F238E27FC236}">
                <a16:creationId xmlns:a16="http://schemas.microsoft.com/office/drawing/2014/main" id="{CC6B121D-85E8-4ED7-AF42-7E852007BA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98315" y="1815866"/>
            <a:ext cx="2526557" cy="689945"/>
          </a:xfrm>
          <a:prstGeom prst="rect">
            <a:avLst/>
          </a:prstGeom>
        </p:spPr>
      </p:pic>
      <p:sp>
        <p:nvSpPr>
          <p:cNvPr id="14" name="文字版面配置區 20">
            <a:extLst>
              <a:ext uri="{FF2B5EF4-FFF2-40B4-BE49-F238E27FC236}">
                <a16:creationId xmlns:a16="http://schemas.microsoft.com/office/drawing/2014/main" id="{6EF1C5E5-F541-45A7-A09E-49564F6BBF0C}"/>
              </a:ext>
            </a:extLst>
          </p:cNvPr>
          <p:cNvSpPr>
            <a:spLocks noGrp="1"/>
          </p:cNvSpPr>
          <p:nvPr>
            <p:ph type="body" sz="quarter" idx="14" hasCustomPrompt="1"/>
          </p:nvPr>
        </p:nvSpPr>
        <p:spPr>
          <a:xfrm>
            <a:off x="3160891" y="3644902"/>
            <a:ext cx="5625195" cy="85394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2667" b="1"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Subtitle/Calibri/Bold/20pts</a:t>
            </a:r>
            <a:endParaRPr lang="zh-TW" altLang="en-US" dirty="0"/>
          </a:p>
        </p:txBody>
      </p:sp>
    </p:spTree>
    <p:extLst>
      <p:ext uri="{BB962C8B-B14F-4D97-AF65-F5344CB8AC3E}">
        <p14:creationId xmlns:p14="http://schemas.microsoft.com/office/powerpoint/2010/main" val="3715157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7" name="文字版面配置區 6"/>
          <p:cNvSpPr>
            <a:spLocks noGrp="1"/>
          </p:cNvSpPr>
          <p:nvPr>
            <p:ph type="body" sz="quarter" idx="10" hasCustomPrompt="1"/>
          </p:nvPr>
        </p:nvSpPr>
        <p:spPr>
          <a:xfrm>
            <a:off x="431800" y="1376785"/>
            <a:ext cx="10957984" cy="4569927"/>
          </a:xfrm>
          <a:prstGeom prst="rect">
            <a:avLst/>
          </a:prstGeom>
        </p:spPr>
        <p:txBody>
          <a:bodyPr/>
          <a:lstStyle>
            <a:lvl1pPr marL="563019" indent="-563019">
              <a:buFont typeface="Wingdings" panose="05000000000000000000" pitchFamily="2" charset="2"/>
              <a:buChar char="p"/>
              <a:defRPr sz="2667" b="1" baseline="0">
                <a:latin typeface="Calibri" panose="020F0502020204030204" pitchFamily="34" charset="0"/>
                <a:ea typeface="Microsoft YaHei" panose="020B0503020204020204" pitchFamily="34" charset="-122"/>
              </a:defRPr>
            </a:lvl1pPr>
            <a:lvl2pPr marL="933427" indent="-338658">
              <a:defRPr sz="2133" b="1" baseline="0">
                <a:latin typeface="+mj-lt"/>
                <a:ea typeface="Microsoft YaHei" panose="020B0503020204020204" pitchFamily="34" charset="-122"/>
              </a:defRPr>
            </a:lvl2pPr>
            <a:lvl3pPr marL="1132389" indent="-198962">
              <a:defRPr sz="1600" baseline="0">
                <a:latin typeface="+mj-lt"/>
                <a:ea typeface="Microsoft YaHei" panose="020B0503020204020204" pitchFamily="34" charset="-122"/>
              </a:defRPr>
            </a:lvl3pPr>
            <a:lvl4pPr marL="1322884" indent="-198962">
              <a:defRPr baseline="0">
                <a:latin typeface="+mj-lt"/>
                <a:ea typeface="Microsoft YaHei" panose="020B0503020204020204" pitchFamily="34" charset="-122"/>
              </a:defRPr>
            </a:lvl4pPr>
            <a:lvl5pPr marL="1521846" indent="-198962">
              <a:defRPr baseline="0">
                <a:latin typeface="+mj-lt"/>
                <a:ea typeface="Microsoft YaHei" panose="020B0503020204020204" pitchFamily="34" charset="-122"/>
              </a:defRPr>
            </a:lvl5pPr>
          </a:lstStyle>
          <a:p>
            <a:pPr lvl="0"/>
            <a:r>
              <a:rPr lang="en-US" altLang="zh-TW" dirty="0"/>
              <a:t>Click to edit Master text styles </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6"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992414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ull">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26" name="內容版面配置區 25"/>
          <p:cNvSpPr>
            <a:spLocks noGrp="1"/>
          </p:cNvSpPr>
          <p:nvPr>
            <p:ph sz="quarter" idx="10"/>
          </p:nvPr>
        </p:nvSpPr>
        <p:spPr>
          <a:xfrm>
            <a:off x="431800" y="1343609"/>
            <a:ext cx="10957985" cy="4943151"/>
          </a:xfrm>
        </p:spPr>
        <p:txBody>
          <a:bodyPr/>
          <a:lstStyle>
            <a:lvl1pPr marL="361942" indent="-361942">
              <a:defRPr sz="2133" b="1" baseline="0">
                <a:latin typeface="Calibri" panose="020F0502020204030204" pitchFamily="34" charset="0"/>
                <a:ea typeface="Microsoft YaHei" panose="020B0503020204020204" pitchFamily="34" charset="-122"/>
              </a:defRPr>
            </a:lvl1pPr>
            <a:lvl2pPr marL="675200" indent="-302676">
              <a:defRPr sz="1867" b="1" baseline="0">
                <a:latin typeface="Calibri" panose="020F0502020204030204" pitchFamily="34" charset="0"/>
                <a:ea typeface="Microsoft YaHei" panose="020B0503020204020204" pitchFamily="34" charset="-122"/>
              </a:defRPr>
            </a:lvl2pPr>
            <a:lvl3pPr marL="924961" indent="-249760">
              <a:defRPr sz="1600" baseline="0">
                <a:latin typeface="Calibri" panose="020F0502020204030204" pitchFamily="34" charset="0"/>
                <a:ea typeface="Microsoft YaHei" panose="020B0503020204020204" pitchFamily="34" charset="-122"/>
              </a:defRPr>
            </a:lvl3pPr>
            <a:lvl4pPr marL="1123923" indent="-215895">
              <a:defRPr sz="1467" baseline="0">
                <a:latin typeface="Calibri" panose="020F0502020204030204" pitchFamily="34" charset="0"/>
                <a:ea typeface="Microsoft YaHei" panose="020B0503020204020204" pitchFamily="34" charset="-122"/>
              </a:defRPr>
            </a:lvl4pPr>
            <a:lvl5pPr marL="1339817" indent="-215895">
              <a:defRPr sz="1333" baseline="0">
                <a:latin typeface="Calibri" panose="020F0502020204030204" pitchFamily="34" charset="0"/>
                <a:ea typeface="Microsoft YaHei" panose="020B0503020204020204" pitchFamily="34" charset="-122"/>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6"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solidFill>
                  <a:srgbClr val="F39A1E"/>
                </a:solidFill>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692876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mpare">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26" name="內容版面配置區 25"/>
          <p:cNvSpPr>
            <a:spLocks noGrp="1"/>
          </p:cNvSpPr>
          <p:nvPr>
            <p:ph sz="quarter" idx="10"/>
          </p:nvPr>
        </p:nvSpPr>
        <p:spPr>
          <a:xfrm>
            <a:off x="431800" y="1343609"/>
            <a:ext cx="5376168" cy="4943151"/>
          </a:xfrm>
        </p:spPr>
        <p:txBody>
          <a:bodyPr/>
          <a:lstStyle>
            <a:lvl1pPr>
              <a:defRPr sz="2667" b="1" baseline="0">
                <a:latin typeface="Calibri" panose="020F0502020204030204" pitchFamily="34" charset="0"/>
                <a:ea typeface="Microsoft YaHei" panose="020B0503020204020204" pitchFamily="34" charset="-122"/>
              </a:defRPr>
            </a:lvl1pPr>
            <a:lvl2pPr marL="692133" indent="-328076">
              <a:defRPr sz="2133" b="1" baseline="0">
                <a:latin typeface="Calibri" panose="020F0502020204030204" pitchFamily="34" charset="0"/>
                <a:ea typeface="Microsoft YaHei" panose="020B0503020204020204" pitchFamily="34" charset="-122"/>
              </a:defRPr>
            </a:lvl2pPr>
            <a:lvl3pPr marL="958827" indent="-241294">
              <a:defRPr sz="1600" baseline="0">
                <a:latin typeface="Calibri" panose="020F0502020204030204" pitchFamily="34" charset="0"/>
                <a:ea typeface="Microsoft YaHei" panose="020B0503020204020204" pitchFamily="34" charset="-122"/>
              </a:defRPr>
            </a:lvl3pPr>
            <a:lvl4pPr marL="1185304" indent="-243411">
              <a:defRPr baseline="0">
                <a:latin typeface="Calibri" panose="020F0502020204030204" pitchFamily="34" charset="0"/>
                <a:ea typeface="Microsoft YaHei" panose="020B0503020204020204" pitchFamily="34" charset="-122"/>
              </a:defRPr>
            </a:lvl4pPr>
            <a:lvl5pPr marL="1451997" indent="-266693">
              <a:defRPr baseline="0">
                <a:latin typeface="Calibri" panose="020F0502020204030204" pitchFamily="34" charset="0"/>
                <a:ea typeface="Microsoft YaHei" panose="020B0503020204020204" pitchFamily="34" charset="-122"/>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7" name="內容版面配置區 25"/>
          <p:cNvSpPr>
            <a:spLocks noGrp="1"/>
          </p:cNvSpPr>
          <p:nvPr>
            <p:ph sz="quarter" idx="11"/>
          </p:nvPr>
        </p:nvSpPr>
        <p:spPr>
          <a:xfrm>
            <a:off x="5999990" y="1339963"/>
            <a:ext cx="5389796" cy="4943151"/>
          </a:xfrm>
        </p:spPr>
        <p:txBody>
          <a:bodyPr/>
          <a:lstStyle>
            <a:lvl1pPr>
              <a:defRPr sz="2667" b="1" baseline="0">
                <a:latin typeface="Calibri" panose="020F0502020204030204" pitchFamily="34" charset="0"/>
                <a:ea typeface="Microsoft YaHei" panose="020B0503020204020204" pitchFamily="34" charset="-122"/>
              </a:defRPr>
            </a:lvl1pPr>
            <a:lvl2pPr marL="717533" indent="-336542">
              <a:defRPr sz="2133" b="1" baseline="0">
                <a:latin typeface="Calibri" panose="020F0502020204030204" pitchFamily="34" charset="0"/>
                <a:ea typeface="Microsoft YaHei" panose="020B0503020204020204" pitchFamily="34" charset="-122"/>
              </a:defRPr>
            </a:lvl2pPr>
            <a:lvl3pPr marL="994808" indent="-268811">
              <a:defRPr sz="1600" baseline="0">
                <a:latin typeface="+mj-lt"/>
                <a:ea typeface="Microsoft YaHei" panose="020B0503020204020204" pitchFamily="34" charset="-122"/>
              </a:defRPr>
            </a:lvl3pPr>
            <a:lvl4pPr marL="1236102" indent="-258227">
              <a:defRPr baseline="0">
                <a:latin typeface="+mj-lt"/>
                <a:ea typeface="Microsoft YaHei" panose="020B0503020204020204" pitchFamily="34" charset="-122"/>
              </a:defRPr>
            </a:lvl4pPr>
            <a:lvl5pPr marL="1504913" indent="-260344">
              <a:defRPr baseline="0">
                <a:latin typeface="+mj-lt"/>
                <a:ea typeface="Microsoft YaHei" panose="020B0503020204020204" pitchFamily="34" charset="-122"/>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8"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solidFill>
                  <a:srgbClr val="F39A1E"/>
                </a:solidFill>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2097362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lte only">
    <p:bg>
      <p:bgRef idx="1001">
        <a:schemeClr val="bg1"/>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8"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solidFill>
                  <a:srgbClr val="F39A1E"/>
                </a:solidFill>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0069746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空白">
    <p:bg>
      <p:bgRef idx="1001">
        <a:schemeClr val="bg1"/>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Tree>
    <p:extLst>
      <p:ext uri="{BB962C8B-B14F-4D97-AF65-F5344CB8AC3E}">
        <p14:creationId xmlns:p14="http://schemas.microsoft.com/office/powerpoint/2010/main" val="1324591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s with subtitles">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415DD189-F23A-4A72-A8E7-12D5CE2E8541}"/>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n-lt"/>
              </a:defRPr>
            </a:lvl1pPr>
          </a:lstStyle>
          <a:p>
            <a:fld id="{54C44DAA-E0B8-488B-BA43-C0A7DD2FB442}" type="slidenum">
              <a:rPr lang="en-US" smtClean="0"/>
              <a:t>‹#›</a:t>
            </a:fld>
            <a:endParaRPr lang="en-US"/>
          </a:p>
        </p:txBody>
      </p:sp>
      <p:sp>
        <p:nvSpPr>
          <p:cNvPr id="13" name="文字版面配置區 24">
            <a:extLst>
              <a:ext uri="{FF2B5EF4-FFF2-40B4-BE49-F238E27FC236}">
                <a16:creationId xmlns:a16="http://schemas.microsoft.com/office/drawing/2014/main" id="{0102C623-39B7-482D-AB86-93A92F37124F}"/>
              </a:ext>
            </a:extLst>
          </p:cNvPr>
          <p:cNvSpPr>
            <a:spLocks noGrp="1"/>
          </p:cNvSpPr>
          <p:nvPr>
            <p:ph type="body" sz="quarter" idx="16" hasCustomPrompt="1"/>
          </p:nvPr>
        </p:nvSpPr>
        <p:spPr>
          <a:xfrm>
            <a:off x="432697" y="2424025"/>
            <a:ext cx="10974383" cy="3405241"/>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1600" b="0" baseline="0">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21" name="文字版面配置區 24">
            <a:extLst>
              <a:ext uri="{FF2B5EF4-FFF2-40B4-BE49-F238E27FC236}">
                <a16:creationId xmlns:a16="http://schemas.microsoft.com/office/drawing/2014/main" id="{926391ED-A1C2-4413-B9C5-9DD36AFED359}"/>
              </a:ext>
            </a:extLst>
          </p:cNvPr>
          <p:cNvSpPr>
            <a:spLocks noGrp="1"/>
          </p:cNvSpPr>
          <p:nvPr>
            <p:ph type="body" sz="quarter" idx="19" hasCustomPrompt="1"/>
          </p:nvPr>
        </p:nvSpPr>
        <p:spPr>
          <a:xfrm>
            <a:off x="432696" y="1877465"/>
            <a:ext cx="10974381"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2133" b="1" baseline="0">
                <a:latin typeface="Calibri" panose="020F0502020204030204" pitchFamily="34" charset="0"/>
                <a:ea typeface="Microsoft YaHei" panose="020B0503020204020204" pitchFamily="34" charset="-122"/>
              </a:defRPr>
            </a:lvl1pPr>
          </a:lstStyle>
          <a:p>
            <a:pPr lvl="0"/>
            <a:r>
              <a:rPr lang="en-US" altLang="zh-TW" dirty="0"/>
              <a:t>Body Text Title/Calibri/Bold/16pts</a:t>
            </a:r>
          </a:p>
        </p:txBody>
      </p:sp>
      <p:sp>
        <p:nvSpPr>
          <p:cNvPr id="22" name="文字版面配置區 24">
            <a:extLst>
              <a:ext uri="{FF2B5EF4-FFF2-40B4-BE49-F238E27FC236}">
                <a16:creationId xmlns:a16="http://schemas.microsoft.com/office/drawing/2014/main" id="{31CC0E0B-144B-478C-975D-2C5721C221AE}"/>
              </a:ext>
            </a:extLst>
          </p:cNvPr>
          <p:cNvSpPr>
            <a:spLocks noGrp="1"/>
          </p:cNvSpPr>
          <p:nvPr>
            <p:ph type="body" sz="quarter" idx="18" hasCustomPrompt="1"/>
          </p:nvPr>
        </p:nvSpPr>
        <p:spPr>
          <a:xfrm>
            <a:off x="432695" y="5902746"/>
            <a:ext cx="4088029"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1200" b="0" baseline="0">
                <a:latin typeface="Calibri" panose="020F0502020204030204" pitchFamily="34" charset="0"/>
                <a:ea typeface="Microsoft YaHei" panose="020B0503020204020204" pitchFamily="34" charset="-122"/>
              </a:defRPr>
            </a:lvl1pPr>
          </a:lstStyle>
          <a:p>
            <a:pPr lvl="0"/>
            <a:r>
              <a:rPr lang="en-US" altLang="zh-TW" dirty="0"/>
              <a:t>*Source:  Body text goes here in sentence case 9pts.</a:t>
            </a:r>
          </a:p>
        </p:txBody>
      </p:sp>
      <p:sp>
        <p:nvSpPr>
          <p:cNvPr id="24" name="文字版面配置區 24">
            <a:extLst>
              <a:ext uri="{FF2B5EF4-FFF2-40B4-BE49-F238E27FC236}">
                <a16:creationId xmlns:a16="http://schemas.microsoft.com/office/drawing/2014/main" id="{374059BD-775E-44E1-A833-94858E63EA60}"/>
              </a:ext>
            </a:extLst>
          </p:cNvPr>
          <p:cNvSpPr>
            <a:spLocks noGrp="1"/>
          </p:cNvSpPr>
          <p:nvPr>
            <p:ph type="body" sz="quarter" idx="14" hasCustomPrompt="1"/>
          </p:nvPr>
        </p:nvSpPr>
        <p:spPr>
          <a:xfrm>
            <a:off x="432695" y="1330907"/>
            <a:ext cx="10974383"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2667" b="1" baseline="0">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Subtitle/Calibri/Bold/20pts</a:t>
            </a:r>
            <a:endParaRPr lang="zh-TW" altLang="en-US" dirty="0"/>
          </a:p>
        </p:txBody>
      </p:sp>
      <p:sp>
        <p:nvSpPr>
          <p:cNvPr id="9"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solidFill>
                  <a:srgbClr val="F39A1E"/>
                </a:solidFill>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362696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map">
    <p:spTree>
      <p:nvGrpSpPr>
        <p:cNvPr id="1" name=""/>
        <p:cNvGrpSpPr/>
        <p:nvPr/>
      </p:nvGrpSpPr>
      <p:grpSpPr>
        <a:xfrm>
          <a:off x="0" y="0"/>
          <a:ext cx="0" cy="0"/>
          <a:chOff x="0" y="0"/>
          <a:chExt cx="0" cy="0"/>
        </a:xfrm>
      </p:grpSpPr>
      <p:pic>
        <p:nvPicPr>
          <p:cNvPr id="4" name="圖片 3" descr="一張含有 室外 的圖片&#10;&#10;描述是以高可信度產生">
            <a:extLst>
              <a:ext uri="{FF2B5EF4-FFF2-40B4-BE49-F238E27FC236}">
                <a16:creationId xmlns:a16="http://schemas.microsoft.com/office/drawing/2014/main" id="{DC2D0D50-67E3-4F36-B468-7911E277F4E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58035" y="1001987"/>
            <a:ext cx="10631751" cy="5297213"/>
          </a:xfrm>
          <a:prstGeom prst="rect">
            <a:avLst/>
          </a:prstGeom>
        </p:spPr>
      </p:pic>
      <p:sp>
        <p:nvSpPr>
          <p:cNvPr id="9" name="Slide Number Placeholder 5">
            <a:extLst>
              <a:ext uri="{FF2B5EF4-FFF2-40B4-BE49-F238E27FC236}">
                <a16:creationId xmlns:a16="http://schemas.microsoft.com/office/drawing/2014/main" id="{A3CB8DE1-4449-4EF9-9297-7B9F3166769A}"/>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13"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026339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Title+map">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A3CB8DE1-4449-4EF9-9297-7B9F3166769A}"/>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12" name="文字版面配置區 18">
            <a:extLst>
              <a:ext uri="{FF2B5EF4-FFF2-40B4-BE49-F238E27FC236}">
                <a16:creationId xmlns:a16="http://schemas.microsoft.com/office/drawing/2014/main" id="{5EC7FBC4-8594-4342-90DE-025774DA1F55}"/>
              </a:ext>
            </a:extLst>
          </p:cNvPr>
          <p:cNvSpPr>
            <a:spLocks noGrp="1"/>
          </p:cNvSpPr>
          <p:nvPr>
            <p:ph type="body" sz="quarter" idx="15" hasCustomPrompt="1"/>
          </p:nvPr>
        </p:nvSpPr>
        <p:spPr>
          <a:xfrm>
            <a:off x="-1" y="1652782"/>
            <a:ext cx="4089376" cy="590479"/>
          </a:xfrm>
          <a:prstGeom prst="rect">
            <a:avLst/>
          </a:prstGeom>
          <a:solidFill>
            <a:srgbClr val="FFCA05"/>
          </a:solidFill>
        </p:spPr>
        <p:txBody>
          <a:bodyPr anchor="ctr"/>
          <a:lstStyle>
            <a:lvl1pPr marL="0" indent="0" algn="ctr">
              <a:buNone/>
              <a:defRPr sz="2133" baseline="0">
                <a:solidFill>
                  <a:schemeClr val="bg1"/>
                </a:solidFill>
                <a:latin typeface="Calibri" panose="020F0502020204030204" pitchFamily="34" charset="0"/>
                <a:ea typeface="Microsoft YaHei" panose="020B0503020204020204" pitchFamily="34" charset="-122"/>
                <a:cs typeface="Calibri Light" panose="020F0302020204030204" pitchFamily="34" charset="0"/>
              </a:defRPr>
            </a:lvl1pPr>
          </a:lstStyle>
          <a:p>
            <a:pPr lvl="0"/>
            <a:r>
              <a:rPr lang="en-US" altLang="zh-TW" dirty="0"/>
              <a:t>Body text/Calibri/16pts</a:t>
            </a:r>
            <a:endParaRPr lang="zh-TW" altLang="en-US" dirty="0"/>
          </a:p>
        </p:txBody>
      </p:sp>
      <p:sp>
        <p:nvSpPr>
          <p:cNvPr id="13" name="文字版面配置區 18">
            <a:extLst>
              <a:ext uri="{FF2B5EF4-FFF2-40B4-BE49-F238E27FC236}">
                <a16:creationId xmlns:a16="http://schemas.microsoft.com/office/drawing/2014/main" id="{E7D79B96-7A21-4C0C-B47D-23C03655A49D}"/>
              </a:ext>
            </a:extLst>
          </p:cNvPr>
          <p:cNvSpPr>
            <a:spLocks noGrp="1"/>
          </p:cNvSpPr>
          <p:nvPr>
            <p:ph type="body" sz="quarter" idx="17" hasCustomPrompt="1"/>
          </p:nvPr>
        </p:nvSpPr>
        <p:spPr>
          <a:xfrm>
            <a:off x="1" y="5033032"/>
            <a:ext cx="4051308" cy="1093387"/>
          </a:xfrm>
          <a:prstGeom prst="rect">
            <a:avLst/>
          </a:prstGeom>
          <a:solidFill>
            <a:srgbClr val="FFCA05"/>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cs typeface="Calibri Light" panose="020F0302020204030204" pitchFamily="34" charset="0"/>
              </a:defRPr>
            </a:lvl1pPr>
          </a:lstStyle>
          <a:p>
            <a:pPr lvl="0"/>
            <a:r>
              <a:rPr lang="en-US" altLang="zh-TW" dirty="0"/>
              <a:t>Body text/Calibri/12pts</a:t>
            </a:r>
            <a:endParaRPr lang="zh-TW" altLang="en-US" dirty="0"/>
          </a:p>
        </p:txBody>
      </p:sp>
      <p:sp>
        <p:nvSpPr>
          <p:cNvPr id="14" name="圖片版面配置區 5">
            <a:extLst>
              <a:ext uri="{FF2B5EF4-FFF2-40B4-BE49-F238E27FC236}">
                <a16:creationId xmlns:a16="http://schemas.microsoft.com/office/drawing/2014/main" id="{FA7B9CDC-6840-44D5-B7F4-B7A5C7F1EC00}"/>
              </a:ext>
            </a:extLst>
          </p:cNvPr>
          <p:cNvSpPr>
            <a:spLocks noGrp="1"/>
          </p:cNvSpPr>
          <p:nvPr>
            <p:ph type="pic" sz="quarter" idx="18" hasCustomPrompt="1"/>
          </p:nvPr>
        </p:nvSpPr>
        <p:spPr>
          <a:xfrm>
            <a:off x="-1" y="2243259"/>
            <a:ext cx="4051309" cy="2789772"/>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5" name="文字版面配置區 18">
            <a:extLst>
              <a:ext uri="{FF2B5EF4-FFF2-40B4-BE49-F238E27FC236}">
                <a16:creationId xmlns:a16="http://schemas.microsoft.com/office/drawing/2014/main" id="{266BDB66-2D52-4EC8-9493-68E1F60A8A43}"/>
              </a:ext>
            </a:extLst>
          </p:cNvPr>
          <p:cNvSpPr>
            <a:spLocks noGrp="1"/>
          </p:cNvSpPr>
          <p:nvPr>
            <p:ph type="body" sz="quarter" idx="19" hasCustomPrompt="1"/>
          </p:nvPr>
        </p:nvSpPr>
        <p:spPr>
          <a:xfrm>
            <a:off x="4051311" y="1652782"/>
            <a:ext cx="4089376" cy="590479"/>
          </a:xfrm>
          <a:prstGeom prst="rect">
            <a:avLst/>
          </a:prstGeom>
          <a:solidFill>
            <a:srgbClr val="69BE28"/>
          </a:solidFill>
        </p:spPr>
        <p:txBody>
          <a:bodyPr anchor="ctr"/>
          <a:lstStyle>
            <a:lvl1pPr marL="0" indent="0" algn="ctr">
              <a:buNone/>
              <a:defRPr sz="2133" baseline="0">
                <a:solidFill>
                  <a:schemeClr val="bg1"/>
                </a:solidFill>
                <a:latin typeface="Calibri" panose="020F0502020204030204" pitchFamily="34" charset="0"/>
                <a:ea typeface="Microsoft YaHei" panose="020B0503020204020204" pitchFamily="34" charset="-122"/>
                <a:cs typeface="Calibri Light" panose="020F0302020204030204" pitchFamily="34" charset="0"/>
              </a:defRPr>
            </a:lvl1pPr>
          </a:lstStyle>
          <a:p>
            <a:pPr lvl="0"/>
            <a:r>
              <a:rPr lang="en-US" altLang="zh-TW" dirty="0"/>
              <a:t>Body text/Calibri/16pts</a:t>
            </a:r>
            <a:endParaRPr lang="zh-TW" altLang="en-US" dirty="0"/>
          </a:p>
        </p:txBody>
      </p:sp>
      <p:sp>
        <p:nvSpPr>
          <p:cNvPr id="16" name="文字版面配置區 18">
            <a:extLst>
              <a:ext uri="{FF2B5EF4-FFF2-40B4-BE49-F238E27FC236}">
                <a16:creationId xmlns:a16="http://schemas.microsoft.com/office/drawing/2014/main" id="{3C31F96A-9B22-4F64-960B-01D384DE939C}"/>
              </a:ext>
            </a:extLst>
          </p:cNvPr>
          <p:cNvSpPr>
            <a:spLocks noGrp="1"/>
          </p:cNvSpPr>
          <p:nvPr>
            <p:ph type="body" sz="quarter" idx="20" hasCustomPrompt="1"/>
          </p:nvPr>
        </p:nvSpPr>
        <p:spPr>
          <a:xfrm>
            <a:off x="4051312" y="5027887"/>
            <a:ext cx="4051309" cy="1093387"/>
          </a:xfrm>
          <a:prstGeom prst="rect">
            <a:avLst/>
          </a:prstGeom>
          <a:solidFill>
            <a:srgbClr val="69BE28"/>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cs typeface="Calibri Light" panose="020F0302020204030204" pitchFamily="34" charset="0"/>
              </a:defRPr>
            </a:lvl1pPr>
          </a:lstStyle>
          <a:p>
            <a:pPr lvl="0"/>
            <a:r>
              <a:rPr lang="en-US" altLang="zh-TW" dirty="0"/>
              <a:t>Body text/Calibri/12pts</a:t>
            </a:r>
            <a:endParaRPr lang="zh-TW" altLang="en-US" dirty="0"/>
          </a:p>
        </p:txBody>
      </p:sp>
      <p:sp>
        <p:nvSpPr>
          <p:cNvPr id="17" name="圖片版面配置區 5">
            <a:extLst>
              <a:ext uri="{FF2B5EF4-FFF2-40B4-BE49-F238E27FC236}">
                <a16:creationId xmlns:a16="http://schemas.microsoft.com/office/drawing/2014/main" id="{A298E8CE-357A-4140-B5E4-AD22FD39D943}"/>
              </a:ext>
            </a:extLst>
          </p:cNvPr>
          <p:cNvSpPr>
            <a:spLocks noGrp="1"/>
          </p:cNvSpPr>
          <p:nvPr>
            <p:ph type="pic" sz="quarter" idx="21" hasCustomPrompt="1"/>
          </p:nvPr>
        </p:nvSpPr>
        <p:spPr>
          <a:xfrm>
            <a:off x="4051311" y="2243259"/>
            <a:ext cx="4051311" cy="2789772"/>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8" name="文字版面配置區 18">
            <a:extLst>
              <a:ext uri="{FF2B5EF4-FFF2-40B4-BE49-F238E27FC236}">
                <a16:creationId xmlns:a16="http://schemas.microsoft.com/office/drawing/2014/main" id="{33C4F6F6-31CE-4FD9-A3D7-A7D1D0FC0738}"/>
              </a:ext>
            </a:extLst>
          </p:cNvPr>
          <p:cNvSpPr>
            <a:spLocks noGrp="1"/>
          </p:cNvSpPr>
          <p:nvPr>
            <p:ph type="body" sz="quarter" idx="22" hasCustomPrompt="1"/>
          </p:nvPr>
        </p:nvSpPr>
        <p:spPr>
          <a:xfrm>
            <a:off x="8102624" y="1652782"/>
            <a:ext cx="4089376" cy="590479"/>
          </a:xfrm>
          <a:prstGeom prst="rect">
            <a:avLst/>
          </a:prstGeom>
          <a:solidFill>
            <a:schemeClr val="accent3"/>
          </a:solidFill>
        </p:spPr>
        <p:txBody>
          <a:bodyPr anchor="ctr"/>
          <a:lstStyle>
            <a:lvl1pPr marL="0" indent="0" algn="ctr">
              <a:buNone/>
              <a:defRPr sz="2133" baseline="0">
                <a:solidFill>
                  <a:schemeClr val="bg1"/>
                </a:solidFill>
                <a:latin typeface="Calibri" panose="020F0502020204030204" pitchFamily="34" charset="0"/>
                <a:ea typeface="Microsoft YaHei" panose="020B0503020204020204" pitchFamily="34" charset="-122"/>
                <a:cs typeface="Calibri Light" panose="020F0302020204030204" pitchFamily="34" charset="0"/>
              </a:defRPr>
            </a:lvl1pPr>
          </a:lstStyle>
          <a:p>
            <a:pPr lvl="0"/>
            <a:r>
              <a:rPr lang="en-US" altLang="zh-TW" dirty="0"/>
              <a:t>Body text/Calibri/16pts</a:t>
            </a:r>
            <a:endParaRPr lang="zh-TW" altLang="en-US" dirty="0"/>
          </a:p>
        </p:txBody>
      </p:sp>
      <p:sp>
        <p:nvSpPr>
          <p:cNvPr id="19" name="文字版面配置區 18">
            <a:extLst>
              <a:ext uri="{FF2B5EF4-FFF2-40B4-BE49-F238E27FC236}">
                <a16:creationId xmlns:a16="http://schemas.microsoft.com/office/drawing/2014/main" id="{0BEF69B6-881A-4FBB-BBB0-3A32C94FE729}"/>
              </a:ext>
            </a:extLst>
          </p:cNvPr>
          <p:cNvSpPr>
            <a:spLocks noGrp="1"/>
          </p:cNvSpPr>
          <p:nvPr>
            <p:ph type="body" sz="quarter" idx="23" hasCustomPrompt="1"/>
          </p:nvPr>
        </p:nvSpPr>
        <p:spPr>
          <a:xfrm>
            <a:off x="8102625" y="5027887"/>
            <a:ext cx="4089376" cy="1093387"/>
          </a:xfrm>
          <a:prstGeom prst="rect">
            <a:avLst/>
          </a:prstGeom>
          <a:solidFill>
            <a:schemeClr val="accent3"/>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cs typeface="Calibri Light" panose="020F0302020204030204" pitchFamily="34" charset="0"/>
              </a:defRPr>
            </a:lvl1pPr>
          </a:lstStyle>
          <a:p>
            <a:pPr lvl="0"/>
            <a:r>
              <a:rPr lang="en-US" altLang="zh-TW" dirty="0"/>
              <a:t>Body text/Calibri/12pts</a:t>
            </a:r>
            <a:endParaRPr lang="zh-TW" altLang="en-US" dirty="0"/>
          </a:p>
        </p:txBody>
      </p:sp>
      <p:sp>
        <p:nvSpPr>
          <p:cNvPr id="20" name="圖片版面配置區 5">
            <a:extLst>
              <a:ext uri="{FF2B5EF4-FFF2-40B4-BE49-F238E27FC236}">
                <a16:creationId xmlns:a16="http://schemas.microsoft.com/office/drawing/2014/main" id="{2B47372B-F0BA-4731-9A36-256296AEF419}"/>
              </a:ext>
            </a:extLst>
          </p:cNvPr>
          <p:cNvSpPr>
            <a:spLocks noGrp="1"/>
          </p:cNvSpPr>
          <p:nvPr>
            <p:ph type="pic" sz="quarter" idx="24" hasCustomPrompt="1"/>
          </p:nvPr>
        </p:nvSpPr>
        <p:spPr>
          <a:xfrm>
            <a:off x="8102625" y="2243259"/>
            <a:ext cx="4089375" cy="2789772"/>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22"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780581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Title+map">
    <p:spTree>
      <p:nvGrpSpPr>
        <p:cNvPr id="1" name=""/>
        <p:cNvGrpSpPr/>
        <p:nvPr/>
      </p:nvGrpSpPr>
      <p:grpSpPr>
        <a:xfrm>
          <a:off x="0" y="0"/>
          <a:ext cx="0" cy="0"/>
          <a:chOff x="0" y="0"/>
          <a:chExt cx="0" cy="0"/>
        </a:xfrm>
      </p:grpSpPr>
      <p:sp>
        <p:nvSpPr>
          <p:cNvPr id="21" name="圖片版面配置區 5">
            <a:extLst>
              <a:ext uri="{FF2B5EF4-FFF2-40B4-BE49-F238E27FC236}">
                <a16:creationId xmlns:a16="http://schemas.microsoft.com/office/drawing/2014/main" id="{AB03D790-2F34-40F2-BD7D-3FFB88E5F7EF}"/>
              </a:ext>
            </a:extLst>
          </p:cNvPr>
          <p:cNvSpPr>
            <a:spLocks noGrp="1"/>
          </p:cNvSpPr>
          <p:nvPr>
            <p:ph type="pic" sz="quarter" idx="15" hasCustomPrompt="1"/>
          </p:nvPr>
        </p:nvSpPr>
        <p:spPr>
          <a:xfrm>
            <a:off x="1" y="1698297"/>
            <a:ext cx="12192001" cy="4544489"/>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22" name="Slide Number Placeholder 5">
            <a:extLst>
              <a:ext uri="{FF2B5EF4-FFF2-40B4-BE49-F238E27FC236}">
                <a16:creationId xmlns:a16="http://schemas.microsoft.com/office/drawing/2014/main" id="{ABE3C7CC-BFCC-4188-95AF-7C83305BB32B}"/>
              </a:ext>
            </a:extLst>
          </p:cNvPr>
          <p:cNvSpPr txBox="1">
            <a:spLocks/>
          </p:cNvSpPr>
          <p:nvPr/>
        </p:nvSpPr>
        <p:spPr>
          <a:xfrm>
            <a:off x="11389786" y="6484989"/>
            <a:ext cx="370415" cy="144000"/>
          </a:xfrm>
          <a:prstGeom prst="rect">
            <a:avLst/>
          </a:prstGeom>
        </p:spPr>
        <p:txBody>
          <a:bodyPr vert="horz" lIns="0" tIns="0" rIns="0" bIns="0" rtlCol="0" anchor="ctr"/>
          <a:lstStyle>
            <a:defPPr>
              <a:defRPr lang="en-US"/>
            </a:defPPr>
            <a:lvl1pPr marL="0" algn="r" defTabSz="914400" rtl="0" eaLnBrk="1" latinLnBrk="0" hangingPunct="1">
              <a:defRPr sz="1000" kern="1200">
                <a:solidFill>
                  <a:schemeClr val="tx1">
                    <a:tint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EF9A4B-07C9-404C-9053-A3A2AC3AD5D6}" type="slidenum">
              <a:rPr lang="en-GB" sz="800" smtClean="0"/>
              <a:pPr/>
              <a:t>‹#›</a:t>
            </a:fld>
            <a:endParaRPr lang="en-GB" sz="800" dirty="0"/>
          </a:p>
        </p:txBody>
      </p:sp>
      <p:sp>
        <p:nvSpPr>
          <p:cNvPr id="13"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微軟正黑體" panose="020B0604030504040204" pitchFamily="34" charset="-120"/>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733280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Content+Media_4">
    <p:spTree>
      <p:nvGrpSpPr>
        <p:cNvPr id="1" name=""/>
        <p:cNvGrpSpPr/>
        <p:nvPr/>
      </p:nvGrpSpPr>
      <p:grpSpPr>
        <a:xfrm>
          <a:off x="0" y="0"/>
          <a:ext cx="0" cy="0"/>
          <a:chOff x="0" y="0"/>
          <a:chExt cx="0" cy="0"/>
        </a:xfrm>
      </p:grpSpPr>
      <p:sp>
        <p:nvSpPr>
          <p:cNvPr id="6" name="文字版面配置區 18">
            <a:extLst>
              <a:ext uri="{FF2B5EF4-FFF2-40B4-BE49-F238E27FC236}">
                <a16:creationId xmlns:a16="http://schemas.microsoft.com/office/drawing/2014/main" id="{94F6F4E3-E8D1-4DC2-B0CA-56809F531971}"/>
              </a:ext>
            </a:extLst>
          </p:cNvPr>
          <p:cNvSpPr>
            <a:spLocks noGrp="1"/>
          </p:cNvSpPr>
          <p:nvPr>
            <p:ph type="body" sz="quarter" idx="15" hasCustomPrompt="1"/>
          </p:nvPr>
        </p:nvSpPr>
        <p:spPr>
          <a:xfrm>
            <a:off x="11199" y="1652782"/>
            <a:ext cx="3046360" cy="590479"/>
          </a:xfrm>
          <a:prstGeom prst="rect">
            <a:avLst/>
          </a:prstGeom>
          <a:solidFill>
            <a:srgbClr val="FFCA05"/>
          </a:solidFill>
        </p:spPr>
        <p:txBody>
          <a:bodyPr anchor="ctr"/>
          <a:lstStyle>
            <a:lvl1pPr marL="0" indent="0" algn="ctr">
              <a:buNone/>
              <a:defRPr sz="2133" b="1"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7" name="文字版面配置區 18">
            <a:extLst>
              <a:ext uri="{FF2B5EF4-FFF2-40B4-BE49-F238E27FC236}">
                <a16:creationId xmlns:a16="http://schemas.microsoft.com/office/drawing/2014/main" id="{E6608BD1-147C-46FB-9D31-B120B8336A37}"/>
              </a:ext>
            </a:extLst>
          </p:cNvPr>
          <p:cNvSpPr>
            <a:spLocks noGrp="1"/>
          </p:cNvSpPr>
          <p:nvPr>
            <p:ph type="body" sz="quarter" idx="17" hasCustomPrompt="1"/>
          </p:nvPr>
        </p:nvSpPr>
        <p:spPr>
          <a:xfrm>
            <a:off x="0" y="5027887"/>
            <a:ext cx="3055499" cy="1093387"/>
          </a:xfrm>
          <a:prstGeom prst="rect">
            <a:avLst/>
          </a:prstGeom>
          <a:solidFill>
            <a:srgbClr val="FFCA05"/>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8" name="圖片版面配置區 5">
            <a:extLst>
              <a:ext uri="{FF2B5EF4-FFF2-40B4-BE49-F238E27FC236}">
                <a16:creationId xmlns:a16="http://schemas.microsoft.com/office/drawing/2014/main" id="{746E0EF0-E653-4F9A-A28C-A9866E6936CF}"/>
              </a:ext>
            </a:extLst>
          </p:cNvPr>
          <p:cNvSpPr>
            <a:spLocks noGrp="1"/>
          </p:cNvSpPr>
          <p:nvPr>
            <p:ph type="pic" sz="quarter" idx="18" hasCustomPrompt="1"/>
          </p:nvPr>
        </p:nvSpPr>
        <p:spPr>
          <a:xfrm>
            <a:off x="-3" y="2243260"/>
            <a:ext cx="3048000" cy="2784627"/>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9" name="文字版面配置區 18">
            <a:extLst>
              <a:ext uri="{FF2B5EF4-FFF2-40B4-BE49-F238E27FC236}">
                <a16:creationId xmlns:a16="http://schemas.microsoft.com/office/drawing/2014/main" id="{A8EB9369-73F7-40EF-926B-8E8F9DCA2A37}"/>
              </a:ext>
            </a:extLst>
          </p:cNvPr>
          <p:cNvSpPr>
            <a:spLocks noGrp="1"/>
          </p:cNvSpPr>
          <p:nvPr>
            <p:ph type="body" sz="quarter" idx="19" hasCustomPrompt="1"/>
          </p:nvPr>
        </p:nvSpPr>
        <p:spPr>
          <a:xfrm>
            <a:off x="3059620" y="1652782"/>
            <a:ext cx="3055225" cy="590479"/>
          </a:xfrm>
          <a:prstGeom prst="rect">
            <a:avLst/>
          </a:prstGeom>
          <a:solidFill>
            <a:srgbClr val="69BE28"/>
          </a:solidFill>
        </p:spPr>
        <p:txBody>
          <a:bodyPr anchor="ctr"/>
          <a:lstStyle>
            <a:lvl1pPr marL="0" marR="0" indent="0" algn="ctr" defTabSz="1219170" rtl="0" eaLnBrk="1" fontAlgn="auto" latinLnBrk="0" hangingPunct="1">
              <a:lnSpc>
                <a:spcPct val="90000"/>
              </a:lnSpc>
              <a:spcBef>
                <a:spcPts val="1600"/>
              </a:spcBef>
              <a:spcAft>
                <a:spcPts val="0"/>
              </a:spcAft>
              <a:buClrTx/>
              <a:buSzTx/>
              <a:buFont typeface="Arial" panose="020B0604020202020204" pitchFamily="34" charset="0"/>
              <a:buNone/>
              <a:tabLst/>
              <a:defRPr sz="2133" b="1" baseline="0">
                <a:solidFill>
                  <a:schemeClr val="bg1"/>
                </a:solidFill>
                <a:latin typeface="Calibri" panose="020F0502020204030204" pitchFamily="34" charset="0"/>
                <a:ea typeface="Microsoft YaHei" panose="020B0503020204020204" pitchFamily="34" charset="-122"/>
              </a:defRPr>
            </a:lvl1pPr>
          </a:lstStyle>
          <a:p>
            <a:pPr marL="0" marR="0" lvl="0" indent="0" algn="ctr"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Body text/Calibri/16pts</a:t>
            </a:r>
          </a:p>
        </p:txBody>
      </p:sp>
      <p:sp>
        <p:nvSpPr>
          <p:cNvPr id="10" name="文字版面配置區 18">
            <a:extLst>
              <a:ext uri="{FF2B5EF4-FFF2-40B4-BE49-F238E27FC236}">
                <a16:creationId xmlns:a16="http://schemas.microsoft.com/office/drawing/2014/main" id="{A4EB6D35-3FED-4EA7-812B-8D9A1B299B49}"/>
              </a:ext>
            </a:extLst>
          </p:cNvPr>
          <p:cNvSpPr>
            <a:spLocks noGrp="1"/>
          </p:cNvSpPr>
          <p:nvPr>
            <p:ph type="body" sz="quarter" idx="20" hasCustomPrompt="1"/>
          </p:nvPr>
        </p:nvSpPr>
        <p:spPr>
          <a:xfrm>
            <a:off x="3048419" y="5027887"/>
            <a:ext cx="3057600" cy="1093387"/>
          </a:xfrm>
          <a:prstGeom prst="rect">
            <a:avLst/>
          </a:prstGeom>
          <a:solidFill>
            <a:srgbClr val="69BE28"/>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11" name="圖片版面配置區 5">
            <a:extLst>
              <a:ext uri="{FF2B5EF4-FFF2-40B4-BE49-F238E27FC236}">
                <a16:creationId xmlns:a16="http://schemas.microsoft.com/office/drawing/2014/main" id="{341012BD-8152-49EB-B750-8ED9203DC7A7}"/>
              </a:ext>
            </a:extLst>
          </p:cNvPr>
          <p:cNvSpPr>
            <a:spLocks noGrp="1"/>
          </p:cNvSpPr>
          <p:nvPr>
            <p:ph type="pic" sz="quarter" idx="21" hasCustomPrompt="1"/>
          </p:nvPr>
        </p:nvSpPr>
        <p:spPr>
          <a:xfrm>
            <a:off x="3048419" y="2243260"/>
            <a:ext cx="3057600" cy="2784627"/>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2" name="文字版面配置區 18">
            <a:extLst>
              <a:ext uri="{FF2B5EF4-FFF2-40B4-BE49-F238E27FC236}">
                <a16:creationId xmlns:a16="http://schemas.microsoft.com/office/drawing/2014/main" id="{2A945E46-21BF-4204-B82A-311E0C5989B3}"/>
              </a:ext>
            </a:extLst>
          </p:cNvPr>
          <p:cNvSpPr>
            <a:spLocks noGrp="1"/>
          </p:cNvSpPr>
          <p:nvPr>
            <p:ph type="body" sz="quarter" idx="22" hasCustomPrompt="1"/>
          </p:nvPr>
        </p:nvSpPr>
        <p:spPr>
          <a:xfrm>
            <a:off x="6110859" y="1652782"/>
            <a:ext cx="3050740" cy="590479"/>
          </a:xfrm>
          <a:prstGeom prst="rect">
            <a:avLst/>
          </a:prstGeom>
          <a:solidFill>
            <a:schemeClr val="accent3"/>
          </a:solidFill>
        </p:spPr>
        <p:txBody>
          <a:bodyPr anchor="ctr"/>
          <a:lstStyle>
            <a:lvl1pPr marL="0" indent="0" algn="ctr">
              <a:buNone/>
              <a:defRPr sz="2133" b="1"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13" name="文字版面配置區 18">
            <a:extLst>
              <a:ext uri="{FF2B5EF4-FFF2-40B4-BE49-F238E27FC236}">
                <a16:creationId xmlns:a16="http://schemas.microsoft.com/office/drawing/2014/main" id="{B15D2412-C687-405A-87B5-0966A0787007}"/>
              </a:ext>
            </a:extLst>
          </p:cNvPr>
          <p:cNvSpPr>
            <a:spLocks noGrp="1"/>
          </p:cNvSpPr>
          <p:nvPr>
            <p:ph type="body" sz="quarter" idx="23" hasCustomPrompt="1"/>
          </p:nvPr>
        </p:nvSpPr>
        <p:spPr>
          <a:xfrm>
            <a:off x="6099659" y="5027887"/>
            <a:ext cx="3052800" cy="1093387"/>
          </a:xfrm>
          <a:prstGeom prst="rect">
            <a:avLst/>
          </a:prstGeom>
          <a:solidFill>
            <a:schemeClr val="accent3"/>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20" name="圖片版面配置區 5">
            <a:extLst>
              <a:ext uri="{FF2B5EF4-FFF2-40B4-BE49-F238E27FC236}">
                <a16:creationId xmlns:a16="http://schemas.microsoft.com/office/drawing/2014/main" id="{5D451D69-658C-4F56-915A-B2DDF385F574}"/>
              </a:ext>
            </a:extLst>
          </p:cNvPr>
          <p:cNvSpPr>
            <a:spLocks noGrp="1"/>
          </p:cNvSpPr>
          <p:nvPr>
            <p:ph type="pic" sz="quarter" idx="26" hasCustomPrompt="1"/>
          </p:nvPr>
        </p:nvSpPr>
        <p:spPr>
          <a:xfrm>
            <a:off x="6099659" y="2243257"/>
            <a:ext cx="3052800" cy="2784627"/>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9" name="文字版面配置區 18">
            <a:extLst>
              <a:ext uri="{FF2B5EF4-FFF2-40B4-BE49-F238E27FC236}">
                <a16:creationId xmlns:a16="http://schemas.microsoft.com/office/drawing/2014/main" id="{2664A5B3-17FB-451A-82B2-8B5845DFCE9E}"/>
              </a:ext>
            </a:extLst>
          </p:cNvPr>
          <p:cNvSpPr>
            <a:spLocks noGrp="1"/>
          </p:cNvSpPr>
          <p:nvPr>
            <p:ph type="body" sz="quarter" idx="25" hasCustomPrompt="1"/>
          </p:nvPr>
        </p:nvSpPr>
        <p:spPr>
          <a:xfrm>
            <a:off x="9152459" y="1652781"/>
            <a:ext cx="3050740" cy="590479"/>
          </a:xfrm>
          <a:prstGeom prst="rect">
            <a:avLst/>
          </a:prstGeom>
          <a:solidFill>
            <a:srgbClr val="E11E3C"/>
          </a:solidFill>
        </p:spPr>
        <p:txBody>
          <a:bodyPr anchor="ctr"/>
          <a:lstStyle>
            <a:lvl1pPr marL="0" marR="0" indent="0" algn="ctr" defTabSz="1219170" rtl="0" eaLnBrk="1" fontAlgn="auto" latinLnBrk="0" hangingPunct="1">
              <a:lnSpc>
                <a:spcPct val="90000"/>
              </a:lnSpc>
              <a:spcBef>
                <a:spcPts val="1600"/>
              </a:spcBef>
              <a:spcAft>
                <a:spcPts val="0"/>
              </a:spcAft>
              <a:buClrTx/>
              <a:buSzTx/>
              <a:buFont typeface="Arial" panose="020B0604020202020204" pitchFamily="34" charset="0"/>
              <a:buNone/>
              <a:tabLst/>
              <a:defRPr sz="2133" b="1"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21" name="圖片版面配置區 5">
            <a:extLst>
              <a:ext uri="{FF2B5EF4-FFF2-40B4-BE49-F238E27FC236}">
                <a16:creationId xmlns:a16="http://schemas.microsoft.com/office/drawing/2014/main" id="{C1F9C1EC-D04E-48C1-AB5B-9CD4F3191691}"/>
              </a:ext>
            </a:extLst>
          </p:cNvPr>
          <p:cNvSpPr>
            <a:spLocks noGrp="1"/>
          </p:cNvSpPr>
          <p:nvPr>
            <p:ph type="pic" sz="quarter" idx="27" hasCustomPrompt="1"/>
          </p:nvPr>
        </p:nvSpPr>
        <p:spPr>
          <a:xfrm>
            <a:off x="9152459" y="2243258"/>
            <a:ext cx="3050743" cy="2784627"/>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22" name="文字版面配置區 18">
            <a:extLst>
              <a:ext uri="{FF2B5EF4-FFF2-40B4-BE49-F238E27FC236}">
                <a16:creationId xmlns:a16="http://schemas.microsoft.com/office/drawing/2014/main" id="{8EBBAF9D-9D09-44E0-AE17-74DDD789997C}"/>
              </a:ext>
            </a:extLst>
          </p:cNvPr>
          <p:cNvSpPr>
            <a:spLocks noGrp="1"/>
          </p:cNvSpPr>
          <p:nvPr>
            <p:ph type="body" sz="quarter" idx="28" hasCustomPrompt="1"/>
          </p:nvPr>
        </p:nvSpPr>
        <p:spPr>
          <a:xfrm>
            <a:off x="9136502" y="5027885"/>
            <a:ext cx="3050477" cy="1093387"/>
          </a:xfrm>
          <a:prstGeom prst="rect">
            <a:avLst/>
          </a:prstGeom>
          <a:solidFill>
            <a:srgbClr val="E11E3C"/>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17" name="Slide Number Placeholder 5">
            <a:extLst>
              <a:ext uri="{FF2B5EF4-FFF2-40B4-BE49-F238E27FC236}">
                <a16:creationId xmlns:a16="http://schemas.microsoft.com/office/drawing/2014/main" id="{10528E65-22FD-4291-A407-01274D3B90FA}"/>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n-lt"/>
              </a:defRPr>
            </a:lvl1pPr>
          </a:lstStyle>
          <a:p>
            <a:fld id="{54C44DAA-E0B8-488B-BA43-C0A7DD2FB442}" type="slidenum">
              <a:rPr lang="en-US" smtClean="0"/>
              <a:t>‹#›</a:t>
            </a:fld>
            <a:endParaRPr lang="en-US"/>
          </a:p>
        </p:txBody>
      </p:sp>
      <p:sp>
        <p:nvSpPr>
          <p:cNvPr id="18" name="標題版面配置區 1"/>
          <p:cNvSpPr>
            <a:spLocks noGrp="1"/>
          </p:cNvSpPr>
          <p:nvPr>
            <p:ph type="title"/>
          </p:nvPr>
        </p:nvSpPr>
        <p:spPr>
          <a:xfrm>
            <a:off x="443000" y="236893"/>
            <a:ext cx="10957984"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361754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Content+Media_5">
    <p:spTree>
      <p:nvGrpSpPr>
        <p:cNvPr id="1" name=""/>
        <p:cNvGrpSpPr/>
        <p:nvPr/>
      </p:nvGrpSpPr>
      <p:grpSpPr>
        <a:xfrm>
          <a:off x="0" y="0"/>
          <a:ext cx="0" cy="0"/>
          <a:chOff x="0" y="0"/>
          <a:chExt cx="0" cy="0"/>
        </a:xfrm>
      </p:grpSpPr>
      <p:sp>
        <p:nvSpPr>
          <p:cNvPr id="51" name="文字版面配置區 18">
            <a:extLst>
              <a:ext uri="{FF2B5EF4-FFF2-40B4-BE49-F238E27FC236}">
                <a16:creationId xmlns:a16="http://schemas.microsoft.com/office/drawing/2014/main" id="{94C54889-0B56-4C2C-B071-26B97FB413DB}"/>
              </a:ext>
            </a:extLst>
          </p:cNvPr>
          <p:cNvSpPr>
            <a:spLocks noGrp="1"/>
          </p:cNvSpPr>
          <p:nvPr>
            <p:ph type="body" sz="quarter" idx="17" hasCustomPrompt="1"/>
          </p:nvPr>
        </p:nvSpPr>
        <p:spPr>
          <a:xfrm>
            <a:off x="1" y="5033032"/>
            <a:ext cx="4051308" cy="1093387"/>
          </a:xfrm>
          <a:prstGeom prst="rect">
            <a:avLst/>
          </a:prstGeom>
          <a:solidFill>
            <a:srgbClr val="FFCA05"/>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2" name="圖片版面配置區 5">
            <a:extLst>
              <a:ext uri="{FF2B5EF4-FFF2-40B4-BE49-F238E27FC236}">
                <a16:creationId xmlns:a16="http://schemas.microsoft.com/office/drawing/2014/main" id="{E4ADABB1-0AF9-41A0-89CB-EECD15C83E39}"/>
              </a:ext>
            </a:extLst>
          </p:cNvPr>
          <p:cNvSpPr>
            <a:spLocks noGrp="1"/>
          </p:cNvSpPr>
          <p:nvPr>
            <p:ph type="pic" sz="quarter" idx="18" hasCustomPrompt="1"/>
          </p:nvPr>
        </p:nvSpPr>
        <p:spPr>
          <a:xfrm>
            <a:off x="-1" y="1642792"/>
            <a:ext cx="4051309" cy="3390240"/>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53" name="文字版面配置區 18">
            <a:extLst>
              <a:ext uri="{FF2B5EF4-FFF2-40B4-BE49-F238E27FC236}">
                <a16:creationId xmlns:a16="http://schemas.microsoft.com/office/drawing/2014/main" id="{83154691-5907-4558-A4CD-08A7C25A98ED}"/>
              </a:ext>
            </a:extLst>
          </p:cNvPr>
          <p:cNvSpPr>
            <a:spLocks noGrp="1"/>
          </p:cNvSpPr>
          <p:nvPr>
            <p:ph type="body" sz="quarter" idx="20" hasCustomPrompt="1"/>
          </p:nvPr>
        </p:nvSpPr>
        <p:spPr>
          <a:xfrm>
            <a:off x="4051312" y="5027887"/>
            <a:ext cx="4051309" cy="1093387"/>
          </a:xfrm>
          <a:prstGeom prst="rect">
            <a:avLst/>
          </a:prstGeom>
          <a:solidFill>
            <a:srgbClr val="69BE28"/>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4" name="圖片版面配置區 5">
            <a:extLst>
              <a:ext uri="{FF2B5EF4-FFF2-40B4-BE49-F238E27FC236}">
                <a16:creationId xmlns:a16="http://schemas.microsoft.com/office/drawing/2014/main" id="{9F5E9543-5742-4D77-97CE-64898B1CF43A}"/>
              </a:ext>
            </a:extLst>
          </p:cNvPr>
          <p:cNvSpPr>
            <a:spLocks noGrp="1"/>
          </p:cNvSpPr>
          <p:nvPr>
            <p:ph type="pic" sz="quarter" idx="21" hasCustomPrompt="1"/>
          </p:nvPr>
        </p:nvSpPr>
        <p:spPr>
          <a:xfrm>
            <a:off x="4051311" y="1642792"/>
            <a:ext cx="4051311" cy="3390240"/>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55" name="文字版面配置區 18">
            <a:extLst>
              <a:ext uri="{FF2B5EF4-FFF2-40B4-BE49-F238E27FC236}">
                <a16:creationId xmlns:a16="http://schemas.microsoft.com/office/drawing/2014/main" id="{510C9066-B83E-49DB-9DF0-C3F84CB0A170}"/>
              </a:ext>
            </a:extLst>
          </p:cNvPr>
          <p:cNvSpPr>
            <a:spLocks noGrp="1"/>
          </p:cNvSpPr>
          <p:nvPr>
            <p:ph type="body" sz="quarter" idx="23" hasCustomPrompt="1"/>
          </p:nvPr>
        </p:nvSpPr>
        <p:spPr>
          <a:xfrm>
            <a:off x="8102625" y="5027887"/>
            <a:ext cx="4089376" cy="1093387"/>
          </a:xfrm>
          <a:prstGeom prst="rect">
            <a:avLst/>
          </a:prstGeom>
          <a:solidFill>
            <a:schemeClr val="accent3"/>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6" name="圖片版面配置區 5">
            <a:extLst>
              <a:ext uri="{FF2B5EF4-FFF2-40B4-BE49-F238E27FC236}">
                <a16:creationId xmlns:a16="http://schemas.microsoft.com/office/drawing/2014/main" id="{8ECD9BC5-B71B-4F9D-A5F8-88E1049130BA}"/>
              </a:ext>
            </a:extLst>
          </p:cNvPr>
          <p:cNvSpPr>
            <a:spLocks noGrp="1"/>
          </p:cNvSpPr>
          <p:nvPr>
            <p:ph type="pic" sz="quarter" idx="24" hasCustomPrompt="1"/>
          </p:nvPr>
        </p:nvSpPr>
        <p:spPr>
          <a:xfrm>
            <a:off x="8102625" y="1642792"/>
            <a:ext cx="4089375" cy="3390240"/>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63" name="文字版面配置區 20">
            <a:extLst>
              <a:ext uri="{FF2B5EF4-FFF2-40B4-BE49-F238E27FC236}">
                <a16:creationId xmlns:a16="http://schemas.microsoft.com/office/drawing/2014/main" id="{E84AABBE-C906-4DE2-9B7E-749E90AB7A08}"/>
              </a:ext>
            </a:extLst>
          </p:cNvPr>
          <p:cNvSpPr>
            <a:spLocks noGrp="1"/>
          </p:cNvSpPr>
          <p:nvPr>
            <p:ph type="body" sz="quarter" idx="25" hasCustomPrompt="1"/>
          </p:nvPr>
        </p:nvSpPr>
        <p:spPr>
          <a:xfrm>
            <a:off x="1126993" y="3450460"/>
            <a:ext cx="1081452" cy="1587717"/>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133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1</a:t>
            </a:r>
            <a:endParaRPr lang="zh-TW" altLang="en-US" dirty="0"/>
          </a:p>
        </p:txBody>
      </p:sp>
      <p:sp>
        <p:nvSpPr>
          <p:cNvPr id="64" name="文字版面配置區 20">
            <a:extLst>
              <a:ext uri="{FF2B5EF4-FFF2-40B4-BE49-F238E27FC236}">
                <a16:creationId xmlns:a16="http://schemas.microsoft.com/office/drawing/2014/main" id="{E91BD225-CAB6-4E90-9F8F-F335537BF65D}"/>
              </a:ext>
            </a:extLst>
          </p:cNvPr>
          <p:cNvSpPr>
            <a:spLocks noGrp="1"/>
          </p:cNvSpPr>
          <p:nvPr>
            <p:ph type="body" sz="quarter" idx="26" hasCustomPrompt="1"/>
          </p:nvPr>
        </p:nvSpPr>
        <p:spPr>
          <a:xfrm>
            <a:off x="2080590" y="4299358"/>
            <a:ext cx="1081452" cy="547695"/>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4267" b="1"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zh-TW" altLang="en-US" dirty="0"/>
              <a:t>億</a:t>
            </a:r>
          </a:p>
        </p:txBody>
      </p:sp>
      <p:sp>
        <p:nvSpPr>
          <p:cNvPr id="65" name="文字版面配置區 20">
            <a:extLst>
              <a:ext uri="{FF2B5EF4-FFF2-40B4-BE49-F238E27FC236}">
                <a16:creationId xmlns:a16="http://schemas.microsoft.com/office/drawing/2014/main" id="{3A34AD3F-9140-4A65-9DAE-F7014F9578B6}"/>
              </a:ext>
            </a:extLst>
          </p:cNvPr>
          <p:cNvSpPr>
            <a:spLocks noGrp="1"/>
          </p:cNvSpPr>
          <p:nvPr>
            <p:ph type="body" sz="quarter" idx="27" hasCustomPrompt="1"/>
          </p:nvPr>
        </p:nvSpPr>
        <p:spPr>
          <a:xfrm>
            <a:off x="4895173" y="3405119"/>
            <a:ext cx="1081452" cy="1587717"/>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133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2</a:t>
            </a:r>
            <a:endParaRPr lang="zh-TW" altLang="en-US" dirty="0"/>
          </a:p>
        </p:txBody>
      </p:sp>
      <p:sp>
        <p:nvSpPr>
          <p:cNvPr id="66" name="文字版面配置區 20">
            <a:extLst>
              <a:ext uri="{FF2B5EF4-FFF2-40B4-BE49-F238E27FC236}">
                <a16:creationId xmlns:a16="http://schemas.microsoft.com/office/drawing/2014/main" id="{A083966D-F9B8-430C-93F1-940333B06F45}"/>
              </a:ext>
            </a:extLst>
          </p:cNvPr>
          <p:cNvSpPr>
            <a:spLocks noGrp="1"/>
          </p:cNvSpPr>
          <p:nvPr>
            <p:ph type="body" sz="quarter" idx="28" hasCustomPrompt="1"/>
          </p:nvPr>
        </p:nvSpPr>
        <p:spPr>
          <a:xfrm>
            <a:off x="5848769" y="4317975"/>
            <a:ext cx="1501376" cy="547695"/>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4267"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NTD</a:t>
            </a:r>
            <a:endParaRPr lang="zh-TW" altLang="en-US" dirty="0"/>
          </a:p>
        </p:txBody>
      </p:sp>
      <p:sp>
        <p:nvSpPr>
          <p:cNvPr id="67" name="文字版面配置區 20">
            <a:extLst>
              <a:ext uri="{FF2B5EF4-FFF2-40B4-BE49-F238E27FC236}">
                <a16:creationId xmlns:a16="http://schemas.microsoft.com/office/drawing/2014/main" id="{810B07CB-3E23-4C00-B891-73E329430015}"/>
              </a:ext>
            </a:extLst>
          </p:cNvPr>
          <p:cNvSpPr>
            <a:spLocks noGrp="1"/>
          </p:cNvSpPr>
          <p:nvPr>
            <p:ph type="body" sz="quarter" idx="29" hasCustomPrompt="1"/>
          </p:nvPr>
        </p:nvSpPr>
        <p:spPr>
          <a:xfrm>
            <a:off x="9415074" y="3405119"/>
            <a:ext cx="1081452" cy="1587717"/>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133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3</a:t>
            </a:r>
            <a:endParaRPr lang="zh-TW" altLang="en-US" dirty="0"/>
          </a:p>
        </p:txBody>
      </p:sp>
      <p:sp>
        <p:nvSpPr>
          <p:cNvPr id="68" name="文字版面配置區 20">
            <a:extLst>
              <a:ext uri="{FF2B5EF4-FFF2-40B4-BE49-F238E27FC236}">
                <a16:creationId xmlns:a16="http://schemas.microsoft.com/office/drawing/2014/main" id="{39A05554-0D22-4D7A-B41F-49142CACADAE}"/>
              </a:ext>
            </a:extLst>
          </p:cNvPr>
          <p:cNvSpPr>
            <a:spLocks noGrp="1"/>
          </p:cNvSpPr>
          <p:nvPr>
            <p:ph type="body" sz="quarter" idx="30" hasCustomPrompt="1"/>
          </p:nvPr>
        </p:nvSpPr>
        <p:spPr>
          <a:xfrm>
            <a:off x="10368671" y="4317975"/>
            <a:ext cx="613831" cy="547695"/>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4267"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a:t>
            </a:r>
            <a:endParaRPr lang="zh-TW" altLang="en-US" dirty="0"/>
          </a:p>
          <a:p>
            <a:pPr lvl="0"/>
            <a:endParaRPr lang="zh-TW" altLang="en-US" dirty="0"/>
          </a:p>
        </p:txBody>
      </p:sp>
      <p:sp>
        <p:nvSpPr>
          <p:cNvPr id="69" name="Slide Number Placeholder 5">
            <a:extLst>
              <a:ext uri="{FF2B5EF4-FFF2-40B4-BE49-F238E27FC236}">
                <a16:creationId xmlns:a16="http://schemas.microsoft.com/office/drawing/2014/main" id="{7B29BBBD-3AC2-4704-9937-C6A4A785F0E2}"/>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n-lt"/>
              </a:defRPr>
            </a:lvl1pPr>
          </a:lstStyle>
          <a:p>
            <a:fld id="{54C44DAA-E0B8-488B-BA43-C0A7DD2FB442}" type="slidenum">
              <a:rPr lang="en-US" smtClean="0"/>
              <a:t>‹#›</a:t>
            </a:fld>
            <a:endParaRPr lang="en-US"/>
          </a:p>
        </p:txBody>
      </p:sp>
      <p:sp>
        <p:nvSpPr>
          <p:cNvPr id="17"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239566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Content_1">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7F3511B9-1220-48E6-B393-404168BBFEC4}"/>
              </a:ext>
            </a:extLst>
          </p:cNvPr>
          <p:cNvSpPr>
            <a:spLocks noGrp="1"/>
          </p:cNvSpPr>
          <p:nvPr>
            <p:ph type="sldNum" sz="quarter" idx="10"/>
          </p:nvPr>
        </p:nvSpPr>
        <p:spPr/>
        <p:txBody>
          <a:bodyPr/>
          <a:lstStyle>
            <a:lvl1pPr>
              <a:defRPr sz="800"/>
            </a:lvl1pPr>
          </a:lstStyle>
          <a:p>
            <a:fld id="{54C44DAA-E0B8-488B-BA43-C0A7DD2FB442}" type="slidenum">
              <a:rPr lang="en-US" smtClean="0"/>
              <a:t>‹#›</a:t>
            </a:fld>
            <a:endParaRPr lang="en-US"/>
          </a:p>
        </p:txBody>
      </p:sp>
      <p:sp>
        <p:nvSpPr>
          <p:cNvPr id="22" name="TextBox 38">
            <a:extLst>
              <a:ext uri="{FF2B5EF4-FFF2-40B4-BE49-F238E27FC236}">
                <a16:creationId xmlns:a16="http://schemas.microsoft.com/office/drawing/2014/main" id="{419493DC-0923-4185-BFFB-247A57270438}"/>
              </a:ext>
            </a:extLst>
          </p:cNvPr>
          <p:cNvSpPr txBox="1"/>
          <p:nvPr/>
        </p:nvSpPr>
        <p:spPr>
          <a:xfrm>
            <a:off x="1081225" y="2686420"/>
            <a:ext cx="3929519" cy="724696"/>
          </a:xfrm>
          <a:prstGeom prst="rect">
            <a:avLst/>
          </a:prstGeom>
        </p:spPr>
        <p:txBody>
          <a:bodyPr wrap="square" lIns="0" tIns="0" rIns="0" bIns="0" rtlCol="0">
            <a:noAutofit/>
          </a:bodyPr>
          <a:lstStyle/>
          <a:p>
            <a:pPr algn="ctr"/>
            <a:r>
              <a:rPr lang="en-US" sz="1600" dirty="0">
                <a:solidFill>
                  <a:schemeClr val="bg1"/>
                </a:solidFill>
                <a:latin typeface="Riona Sans Regular" panose="01000000000000000000" pitchFamily="50" charset="0"/>
              </a:rPr>
              <a:t>Placed orders in wafer foundries greater than TWD 530BN in past 10 years</a:t>
            </a:r>
          </a:p>
        </p:txBody>
      </p:sp>
      <p:sp>
        <p:nvSpPr>
          <p:cNvPr id="38" name="文字版面配置區 18">
            <a:extLst>
              <a:ext uri="{FF2B5EF4-FFF2-40B4-BE49-F238E27FC236}">
                <a16:creationId xmlns:a16="http://schemas.microsoft.com/office/drawing/2014/main" id="{8D0FCABE-AF67-4776-87EA-71326C26E5E1}"/>
              </a:ext>
            </a:extLst>
          </p:cNvPr>
          <p:cNvSpPr>
            <a:spLocks noGrp="1"/>
          </p:cNvSpPr>
          <p:nvPr>
            <p:ph type="body" sz="quarter" idx="17" hasCustomPrompt="1"/>
          </p:nvPr>
        </p:nvSpPr>
        <p:spPr>
          <a:xfrm>
            <a:off x="-3438" y="1636872"/>
            <a:ext cx="6090203" cy="2218785"/>
          </a:xfrm>
          <a:prstGeom prst="rect">
            <a:avLst/>
          </a:prstGeom>
          <a:solidFill>
            <a:srgbClr val="FFCA05"/>
          </a:solidFill>
        </p:spPr>
        <p:txBody>
          <a:bodyPr wrap="none" bIns="216000" anchor="b"/>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39" name="文字版面配置區 20">
            <a:extLst>
              <a:ext uri="{FF2B5EF4-FFF2-40B4-BE49-F238E27FC236}">
                <a16:creationId xmlns:a16="http://schemas.microsoft.com/office/drawing/2014/main" id="{685CEC30-ADC6-4106-A668-F67E0A931110}"/>
              </a:ext>
            </a:extLst>
          </p:cNvPr>
          <p:cNvSpPr>
            <a:spLocks noGrp="1"/>
          </p:cNvSpPr>
          <p:nvPr>
            <p:ph type="body" sz="quarter" idx="13" hasCustomPrompt="1"/>
          </p:nvPr>
        </p:nvSpPr>
        <p:spPr>
          <a:xfrm>
            <a:off x="2220431" y="2122856"/>
            <a:ext cx="1355659" cy="101597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8000"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0" name="文字版面配置區 20">
            <a:extLst>
              <a:ext uri="{FF2B5EF4-FFF2-40B4-BE49-F238E27FC236}">
                <a16:creationId xmlns:a16="http://schemas.microsoft.com/office/drawing/2014/main" id="{E462A135-5745-4AE6-8705-DDA97E7B2B41}"/>
              </a:ext>
            </a:extLst>
          </p:cNvPr>
          <p:cNvSpPr>
            <a:spLocks noGrp="1"/>
          </p:cNvSpPr>
          <p:nvPr>
            <p:ph type="body" sz="quarter" idx="18" hasCustomPrompt="1"/>
          </p:nvPr>
        </p:nvSpPr>
        <p:spPr>
          <a:xfrm>
            <a:off x="3353836" y="2561396"/>
            <a:ext cx="610725" cy="45246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37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a:t>
            </a:r>
            <a:endParaRPr lang="zh-TW" altLang="en-US" dirty="0"/>
          </a:p>
        </p:txBody>
      </p:sp>
      <p:sp>
        <p:nvSpPr>
          <p:cNvPr id="41" name="文字版面配置區 18">
            <a:extLst>
              <a:ext uri="{FF2B5EF4-FFF2-40B4-BE49-F238E27FC236}">
                <a16:creationId xmlns:a16="http://schemas.microsoft.com/office/drawing/2014/main" id="{12208CFE-A144-4D8E-A81A-F1B716075E17}"/>
              </a:ext>
            </a:extLst>
          </p:cNvPr>
          <p:cNvSpPr>
            <a:spLocks noGrp="1"/>
          </p:cNvSpPr>
          <p:nvPr>
            <p:ph type="body" sz="quarter" idx="19" hasCustomPrompt="1"/>
          </p:nvPr>
        </p:nvSpPr>
        <p:spPr>
          <a:xfrm>
            <a:off x="6086766" y="1636926"/>
            <a:ext cx="6111953" cy="2218785"/>
          </a:xfrm>
          <a:prstGeom prst="rect">
            <a:avLst/>
          </a:prstGeom>
          <a:solidFill>
            <a:srgbClr val="69BE28"/>
          </a:solidFill>
        </p:spPr>
        <p:txBody>
          <a:bodyPr wrap="none" bIns="216000" anchor="b"/>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2" name="文字版面配置區 20">
            <a:extLst>
              <a:ext uri="{FF2B5EF4-FFF2-40B4-BE49-F238E27FC236}">
                <a16:creationId xmlns:a16="http://schemas.microsoft.com/office/drawing/2014/main" id="{4C71CE92-CCCC-4E54-8190-A01893E1D9A7}"/>
              </a:ext>
            </a:extLst>
          </p:cNvPr>
          <p:cNvSpPr>
            <a:spLocks noGrp="1"/>
          </p:cNvSpPr>
          <p:nvPr>
            <p:ph type="body" sz="quarter" idx="20" hasCustomPrompt="1"/>
          </p:nvPr>
        </p:nvSpPr>
        <p:spPr>
          <a:xfrm>
            <a:off x="8326587" y="2122911"/>
            <a:ext cx="1355659" cy="101597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8000"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3" name="文字版面配置區 20">
            <a:extLst>
              <a:ext uri="{FF2B5EF4-FFF2-40B4-BE49-F238E27FC236}">
                <a16:creationId xmlns:a16="http://schemas.microsoft.com/office/drawing/2014/main" id="{E787113F-C9FE-4326-BE23-11EDE7AAF2A2}"/>
              </a:ext>
            </a:extLst>
          </p:cNvPr>
          <p:cNvSpPr>
            <a:spLocks noGrp="1"/>
          </p:cNvSpPr>
          <p:nvPr>
            <p:ph type="body" sz="quarter" idx="21" hasCustomPrompt="1"/>
          </p:nvPr>
        </p:nvSpPr>
        <p:spPr>
          <a:xfrm>
            <a:off x="9459992" y="2561451"/>
            <a:ext cx="610725" cy="45246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37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a:t>
            </a:r>
            <a:endParaRPr lang="zh-TW" altLang="en-US" dirty="0"/>
          </a:p>
        </p:txBody>
      </p:sp>
      <p:sp>
        <p:nvSpPr>
          <p:cNvPr id="45" name="文字版面配置區 18">
            <a:extLst>
              <a:ext uri="{FF2B5EF4-FFF2-40B4-BE49-F238E27FC236}">
                <a16:creationId xmlns:a16="http://schemas.microsoft.com/office/drawing/2014/main" id="{464EEFDA-5CD6-418C-A47C-55ECA4E7B1CF}"/>
              </a:ext>
            </a:extLst>
          </p:cNvPr>
          <p:cNvSpPr>
            <a:spLocks noGrp="1"/>
          </p:cNvSpPr>
          <p:nvPr>
            <p:ph type="body" sz="quarter" idx="22" hasCustomPrompt="1"/>
          </p:nvPr>
        </p:nvSpPr>
        <p:spPr>
          <a:xfrm>
            <a:off x="-3437" y="3855657"/>
            <a:ext cx="3052800" cy="2258752"/>
          </a:xfrm>
          <a:prstGeom prst="rect">
            <a:avLst/>
          </a:prstGeom>
          <a:solidFill>
            <a:srgbClr val="00A1DE"/>
          </a:solidFill>
        </p:spPr>
        <p:txBody>
          <a:bodyPr wrap="none" bIns="216000" anchor="b"/>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6" name="文字版面配置區 20">
            <a:extLst>
              <a:ext uri="{FF2B5EF4-FFF2-40B4-BE49-F238E27FC236}">
                <a16:creationId xmlns:a16="http://schemas.microsoft.com/office/drawing/2014/main" id="{C9D1CCEB-7E90-4826-8AB3-562AB0C635AF}"/>
              </a:ext>
            </a:extLst>
          </p:cNvPr>
          <p:cNvSpPr>
            <a:spLocks noGrp="1"/>
          </p:cNvSpPr>
          <p:nvPr>
            <p:ph type="body" sz="quarter" idx="23" hasCustomPrompt="1"/>
          </p:nvPr>
        </p:nvSpPr>
        <p:spPr>
          <a:xfrm>
            <a:off x="717647" y="4205149"/>
            <a:ext cx="1355659" cy="101597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8000"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7" name="文字版面配置區 20">
            <a:extLst>
              <a:ext uri="{FF2B5EF4-FFF2-40B4-BE49-F238E27FC236}">
                <a16:creationId xmlns:a16="http://schemas.microsoft.com/office/drawing/2014/main" id="{AC5A051B-5BC0-47CD-A780-84938DD0592C}"/>
              </a:ext>
            </a:extLst>
          </p:cNvPr>
          <p:cNvSpPr>
            <a:spLocks noGrp="1"/>
          </p:cNvSpPr>
          <p:nvPr>
            <p:ph type="body" sz="quarter" idx="24" hasCustomPrompt="1"/>
          </p:nvPr>
        </p:nvSpPr>
        <p:spPr>
          <a:xfrm>
            <a:off x="1851052" y="4643690"/>
            <a:ext cx="610725" cy="45246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37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a:t>
            </a:r>
            <a:endParaRPr lang="zh-TW" altLang="en-US" dirty="0"/>
          </a:p>
        </p:txBody>
      </p:sp>
      <p:sp>
        <p:nvSpPr>
          <p:cNvPr id="48" name="文字版面配置區 18">
            <a:extLst>
              <a:ext uri="{FF2B5EF4-FFF2-40B4-BE49-F238E27FC236}">
                <a16:creationId xmlns:a16="http://schemas.microsoft.com/office/drawing/2014/main" id="{4E9F919C-75AF-4751-8FE3-9601FEFC2CC7}"/>
              </a:ext>
            </a:extLst>
          </p:cNvPr>
          <p:cNvSpPr>
            <a:spLocks noGrp="1"/>
          </p:cNvSpPr>
          <p:nvPr>
            <p:ph type="body" sz="quarter" idx="25" hasCustomPrompt="1"/>
          </p:nvPr>
        </p:nvSpPr>
        <p:spPr>
          <a:xfrm>
            <a:off x="3044121" y="3855657"/>
            <a:ext cx="3052800" cy="2258752"/>
          </a:xfrm>
          <a:prstGeom prst="rect">
            <a:avLst/>
          </a:prstGeom>
          <a:solidFill>
            <a:srgbClr val="E11E3C"/>
          </a:solidFill>
        </p:spPr>
        <p:txBody>
          <a:bodyPr wrap="none" bIns="216000" anchor="b"/>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9" name="文字版面配置區 20">
            <a:extLst>
              <a:ext uri="{FF2B5EF4-FFF2-40B4-BE49-F238E27FC236}">
                <a16:creationId xmlns:a16="http://schemas.microsoft.com/office/drawing/2014/main" id="{FBC7B4DE-50E2-4A0F-88E0-1DDB9A572A38}"/>
              </a:ext>
            </a:extLst>
          </p:cNvPr>
          <p:cNvSpPr>
            <a:spLocks noGrp="1"/>
          </p:cNvSpPr>
          <p:nvPr>
            <p:ph type="body" sz="quarter" idx="26" hasCustomPrompt="1"/>
          </p:nvPr>
        </p:nvSpPr>
        <p:spPr>
          <a:xfrm>
            <a:off x="3765205" y="4205149"/>
            <a:ext cx="1355659" cy="101597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8000"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0" name="文字版面配置區 20">
            <a:extLst>
              <a:ext uri="{FF2B5EF4-FFF2-40B4-BE49-F238E27FC236}">
                <a16:creationId xmlns:a16="http://schemas.microsoft.com/office/drawing/2014/main" id="{909C1222-638E-470E-B9E1-FC4D606B1456}"/>
              </a:ext>
            </a:extLst>
          </p:cNvPr>
          <p:cNvSpPr>
            <a:spLocks noGrp="1"/>
          </p:cNvSpPr>
          <p:nvPr>
            <p:ph type="body" sz="quarter" idx="27" hasCustomPrompt="1"/>
          </p:nvPr>
        </p:nvSpPr>
        <p:spPr>
          <a:xfrm>
            <a:off x="4898611" y="4643690"/>
            <a:ext cx="610725" cy="45246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37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a:t>
            </a:r>
            <a:endParaRPr lang="zh-TW" altLang="en-US" dirty="0"/>
          </a:p>
        </p:txBody>
      </p:sp>
      <p:sp>
        <p:nvSpPr>
          <p:cNvPr id="51" name="文字版面配置區 18">
            <a:extLst>
              <a:ext uri="{FF2B5EF4-FFF2-40B4-BE49-F238E27FC236}">
                <a16:creationId xmlns:a16="http://schemas.microsoft.com/office/drawing/2014/main" id="{C446EE38-EAAB-407A-B1C9-C1A135082D78}"/>
              </a:ext>
            </a:extLst>
          </p:cNvPr>
          <p:cNvSpPr>
            <a:spLocks noGrp="1"/>
          </p:cNvSpPr>
          <p:nvPr>
            <p:ph type="body" sz="quarter" idx="28" hasCustomPrompt="1"/>
          </p:nvPr>
        </p:nvSpPr>
        <p:spPr>
          <a:xfrm>
            <a:off x="6092563" y="3855657"/>
            <a:ext cx="3052800" cy="2258752"/>
          </a:xfrm>
          <a:prstGeom prst="rect">
            <a:avLst/>
          </a:prstGeom>
          <a:solidFill>
            <a:srgbClr val="036639"/>
          </a:solidFill>
        </p:spPr>
        <p:txBody>
          <a:bodyPr wrap="none" bIns="216000" anchor="b"/>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2" name="文字版面配置區 20">
            <a:extLst>
              <a:ext uri="{FF2B5EF4-FFF2-40B4-BE49-F238E27FC236}">
                <a16:creationId xmlns:a16="http://schemas.microsoft.com/office/drawing/2014/main" id="{447FD56C-B88A-4A5D-9F66-72C92D51F036}"/>
              </a:ext>
            </a:extLst>
          </p:cNvPr>
          <p:cNvSpPr>
            <a:spLocks noGrp="1"/>
          </p:cNvSpPr>
          <p:nvPr>
            <p:ph type="body" sz="quarter" idx="29" hasCustomPrompt="1"/>
          </p:nvPr>
        </p:nvSpPr>
        <p:spPr>
          <a:xfrm>
            <a:off x="6813647" y="4200245"/>
            <a:ext cx="1355659" cy="101597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8000"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3" name="文字版面配置區 20">
            <a:extLst>
              <a:ext uri="{FF2B5EF4-FFF2-40B4-BE49-F238E27FC236}">
                <a16:creationId xmlns:a16="http://schemas.microsoft.com/office/drawing/2014/main" id="{1D8D1BCE-B5CD-4F50-91A7-A5DAD74F21F2}"/>
              </a:ext>
            </a:extLst>
          </p:cNvPr>
          <p:cNvSpPr>
            <a:spLocks noGrp="1"/>
          </p:cNvSpPr>
          <p:nvPr>
            <p:ph type="body" sz="quarter" idx="30" hasCustomPrompt="1"/>
          </p:nvPr>
        </p:nvSpPr>
        <p:spPr>
          <a:xfrm>
            <a:off x="7947052" y="4638786"/>
            <a:ext cx="610725" cy="45246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37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a:t>
            </a:r>
            <a:endParaRPr lang="zh-TW" altLang="en-US" dirty="0"/>
          </a:p>
        </p:txBody>
      </p:sp>
      <p:sp>
        <p:nvSpPr>
          <p:cNvPr id="54" name="文字版面配置區 18">
            <a:extLst>
              <a:ext uri="{FF2B5EF4-FFF2-40B4-BE49-F238E27FC236}">
                <a16:creationId xmlns:a16="http://schemas.microsoft.com/office/drawing/2014/main" id="{C7E1CE88-35E0-437D-B317-F6C943D2A398}"/>
              </a:ext>
            </a:extLst>
          </p:cNvPr>
          <p:cNvSpPr>
            <a:spLocks noGrp="1"/>
          </p:cNvSpPr>
          <p:nvPr>
            <p:ph type="body" sz="quarter" idx="31" hasCustomPrompt="1"/>
          </p:nvPr>
        </p:nvSpPr>
        <p:spPr>
          <a:xfrm>
            <a:off x="9145919" y="3855657"/>
            <a:ext cx="3052800" cy="2258752"/>
          </a:xfrm>
          <a:prstGeom prst="rect">
            <a:avLst/>
          </a:prstGeom>
          <a:solidFill>
            <a:srgbClr val="1717A3"/>
          </a:solidFill>
        </p:spPr>
        <p:txBody>
          <a:bodyPr wrap="none" bIns="216000" anchor="b"/>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5" name="文字版面配置區 20">
            <a:extLst>
              <a:ext uri="{FF2B5EF4-FFF2-40B4-BE49-F238E27FC236}">
                <a16:creationId xmlns:a16="http://schemas.microsoft.com/office/drawing/2014/main" id="{5F198E52-2C68-449B-9805-6833DF0381BF}"/>
              </a:ext>
            </a:extLst>
          </p:cNvPr>
          <p:cNvSpPr>
            <a:spLocks noGrp="1"/>
          </p:cNvSpPr>
          <p:nvPr>
            <p:ph type="body" sz="quarter" idx="32" hasCustomPrompt="1"/>
          </p:nvPr>
        </p:nvSpPr>
        <p:spPr>
          <a:xfrm>
            <a:off x="9867003" y="4205149"/>
            <a:ext cx="1355659" cy="101597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8000"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6" name="文字版面配置區 20">
            <a:extLst>
              <a:ext uri="{FF2B5EF4-FFF2-40B4-BE49-F238E27FC236}">
                <a16:creationId xmlns:a16="http://schemas.microsoft.com/office/drawing/2014/main" id="{4486E9A9-6EC2-4184-84F7-3800857882F1}"/>
              </a:ext>
            </a:extLst>
          </p:cNvPr>
          <p:cNvSpPr>
            <a:spLocks noGrp="1"/>
          </p:cNvSpPr>
          <p:nvPr>
            <p:ph type="body" sz="quarter" idx="33" hasCustomPrompt="1"/>
          </p:nvPr>
        </p:nvSpPr>
        <p:spPr>
          <a:xfrm>
            <a:off x="11000408" y="4643690"/>
            <a:ext cx="610725" cy="45246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37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a:t>
            </a:r>
            <a:endParaRPr lang="zh-TW" altLang="en-US" dirty="0"/>
          </a:p>
        </p:txBody>
      </p:sp>
      <p:sp>
        <p:nvSpPr>
          <p:cNvPr id="24"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683446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Content+Media_1">
    <p:bg>
      <p:bgPr>
        <a:solidFill>
          <a:schemeClr val="bg1"/>
        </a:solidFill>
        <a:effectLst/>
      </p:bgPr>
    </p:bg>
    <p:spTree>
      <p:nvGrpSpPr>
        <p:cNvPr id="1" name=""/>
        <p:cNvGrpSpPr/>
        <p:nvPr/>
      </p:nvGrpSpPr>
      <p:grpSpPr>
        <a:xfrm>
          <a:off x="0" y="0"/>
          <a:ext cx="0" cy="0"/>
          <a:chOff x="0" y="0"/>
          <a:chExt cx="0" cy="0"/>
        </a:xfrm>
      </p:grpSpPr>
      <p:sp>
        <p:nvSpPr>
          <p:cNvPr id="6" name="圖片版面配置區 5">
            <a:extLst>
              <a:ext uri="{FF2B5EF4-FFF2-40B4-BE49-F238E27FC236}">
                <a16:creationId xmlns:a16="http://schemas.microsoft.com/office/drawing/2014/main" id="{84EF5C79-CFEF-42FC-BDF3-23800877D8EB}"/>
              </a:ext>
            </a:extLst>
          </p:cNvPr>
          <p:cNvSpPr>
            <a:spLocks noGrp="1"/>
          </p:cNvSpPr>
          <p:nvPr>
            <p:ph type="pic" sz="quarter" idx="15" hasCustomPrompt="1"/>
          </p:nvPr>
        </p:nvSpPr>
        <p:spPr>
          <a:xfrm>
            <a:off x="6573078" y="0"/>
            <a:ext cx="5618921" cy="6858000"/>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0" name="Slide Number Placeholder 5">
            <a:extLst>
              <a:ext uri="{FF2B5EF4-FFF2-40B4-BE49-F238E27FC236}">
                <a16:creationId xmlns:a16="http://schemas.microsoft.com/office/drawing/2014/main" id="{003DCEF0-AE43-456E-AE04-EFE315727B5D}"/>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14" name="文字版面配置區 24">
            <a:extLst>
              <a:ext uri="{FF2B5EF4-FFF2-40B4-BE49-F238E27FC236}">
                <a16:creationId xmlns:a16="http://schemas.microsoft.com/office/drawing/2014/main" id="{0102C623-39B7-482D-AB86-93A92F37124F}"/>
              </a:ext>
            </a:extLst>
          </p:cNvPr>
          <p:cNvSpPr>
            <a:spLocks noGrp="1"/>
          </p:cNvSpPr>
          <p:nvPr>
            <p:ph type="body" sz="quarter" idx="16" hasCustomPrompt="1"/>
          </p:nvPr>
        </p:nvSpPr>
        <p:spPr>
          <a:xfrm>
            <a:off x="432697" y="2424025"/>
            <a:ext cx="6028940" cy="3405241"/>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1600" b="0" baseline="0">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16" name="文字版面配置區 24">
            <a:extLst>
              <a:ext uri="{FF2B5EF4-FFF2-40B4-BE49-F238E27FC236}">
                <a16:creationId xmlns:a16="http://schemas.microsoft.com/office/drawing/2014/main" id="{926391ED-A1C2-4413-B9C5-9DD36AFED359}"/>
              </a:ext>
            </a:extLst>
          </p:cNvPr>
          <p:cNvSpPr>
            <a:spLocks noGrp="1"/>
          </p:cNvSpPr>
          <p:nvPr>
            <p:ph type="body" sz="quarter" idx="19" hasCustomPrompt="1"/>
          </p:nvPr>
        </p:nvSpPr>
        <p:spPr>
          <a:xfrm>
            <a:off x="432696" y="1877465"/>
            <a:ext cx="6028939"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2133" b="1" baseline="0">
                <a:latin typeface="Calibri" panose="020F0502020204030204" pitchFamily="34" charset="0"/>
                <a:ea typeface="Microsoft YaHei" panose="020B0503020204020204" pitchFamily="34" charset="-122"/>
              </a:defRPr>
            </a:lvl1pPr>
          </a:lstStyle>
          <a:p>
            <a:pPr lvl="0"/>
            <a:r>
              <a:rPr lang="en-US" altLang="zh-TW" dirty="0"/>
              <a:t>Body Text Title/Calibri/Bold/16pts</a:t>
            </a:r>
          </a:p>
        </p:txBody>
      </p:sp>
      <p:sp>
        <p:nvSpPr>
          <p:cNvPr id="20" name="文字版面配置區 24">
            <a:extLst>
              <a:ext uri="{FF2B5EF4-FFF2-40B4-BE49-F238E27FC236}">
                <a16:creationId xmlns:a16="http://schemas.microsoft.com/office/drawing/2014/main" id="{31CC0E0B-144B-478C-975D-2C5721C221AE}"/>
              </a:ext>
            </a:extLst>
          </p:cNvPr>
          <p:cNvSpPr>
            <a:spLocks noGrp="1"/>
          </p:cNvSpPr>
          <p:nvPr>
            <p:ph type="body" sz="quarter" idx="18" hasCustomPrompt="1"/>
          </p:nvPr>
        </p:nvSpPr>
        <p:spPr>
          <a:xfrm>
            <a:off x="432695" y="5902746"/>
            <a:ext cx="3656892"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1200" b="0" baseline="0">
                <a:latin typeface="Calibri" panose="020F0502020204030204" pitchFamily="34" charset="0"/>
                <a:ea typeface="Microsoft YaHei" panose="020B0503020204020204" pitchFamily="34" charset="-122"/>
              </a:defRPr>
            </a:lvl1pPr>
          </a:lstStyle>
          <a:p>
            <a:pPr lvl="0"/>
            <a:r>
              <a:rPr lang="en-US" altLang="zh-TW" dirty="0"/>
              <a:t>*Source:  Body text goes here in sentence case 9pts.</a:t>
            </a:r>
          </a:p>
        </p:txBody>
      </p:sp>
      <p:sp>
        <p:nvSpPr>
          <p:cNvPr id="21" name="文字版面配置區 24">
            <a:extLst>
              <a:ext uri="{FF2B5EF4-FFF2-40B4-BE49-F238E27FC236}">
                <a16:creationId xmlns:a16="http://schemas.microsoft.com/office/drawing/2014/main" id="{374059BD-775E-44E1-A833-94858E63EA60}"/>
              </a:ext>
            </a:extLst>
          </p:cNvPr>
          <p:cNvSpPr>
            <a:spLocks noGrp="1"/>
          </p:cNvSpPr>
          <p:nvPr>
            <p:ph type="body" sz="quarter" idx="14" hasCustomPrompt="1"/>
          </p:nvPr>
        </p:nvSpPr>
        <p:spPr>
          <a:xfrm>
            <a:off x="432695" y="1330907"/>
            <a:ext cx="6028940"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2667" b="1" baseline="0">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Subtitle/Calibri/Bold/20pts</a:t>
            </a:r>
            <a:endParaRPr lang="zh-TW" altLang="en-US" dirty="0"/>
          </a:p>
        </p:txBody>
      </p:sp>
      <p:sp>
        <p:nvSpPr>
          <p:cNvPr id="24" name="標題版面配置區 1"/>
          <p:cNvSpPr>
            <a:spLocks noGrp="1"/>
          </p:cNvSpPr>
          <p:nvPr>
            <p:ph type="title"/>
          </p:nvPr>
        </p:nvSpPr>
        <p:spPr>
          <a:xfrm>
            <a:off x="431801" y="236893"/>
            <a:ext cx="6012543"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2099166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Content+Media_2">
    <p:spTree>
      <p:nvGrpSpPr>
        <p:cNvPr id="1" name=""/>
        <p:cNvGrpSpPr/>
        <p:nvPr/>
      </p:nvGrpSpPr>
      <p:grpSpPr>
        <a:xfrm>
          <a:off x="0" y="0"/>
          <a:ext cx="0" cy="0"/>
          <a:chOff x="0" y="0"/>
          <a:chExt cx="0" cy="0"/>
        </a:xfrm>
      </p:grpSpPr>
      <p:sp>
        <p:nvSpPr>
          <p:cNvPr id="8" name="圖片版面配置區 5">
            <a:extLst>
              <a:ext uri="{FF2B5EF4-FFF2-40B4-BE49-F238E27FC236}">
                <a16:creationId xmlns:a16="http://schemas.microsoft.com/office/drawing/2014/main" id="{AB03D790-2F34-40F2-BD7D-3FFB88E5F7EF}"/>
              </a:ext>
            </a:extLst>
          </p:cNvPr>
          <p:cNvSpPr>
            <a:spLocks noGrp="1"/>
          </p:cNvSpPr>
          <p:nvPr>
            <p:ph type="pic" sz="quarter" idx="15" hasCustomPrompt="1"/>
          </p:nvPr>
        </p:nvSpPr>
        <p:spPr>
          <a:xfrm>
            <a:off x="1" y="2152412"/>
            <a:ext cx="12192001" cy="4021405"/>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9" name="Slide Number Placeholder 5">
            <a:extLst>
              <a:ext uri="{FF2B5EF4-FFF2-40B4-BE49-F238E27FC236}">
                <a16:creationId xmlns:a16="http://schemas.microsoft.com/office/drawing/2014/main" id="{ABE3C7CC-BFCC-4188-95AF-7C83305BB32B}"/>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13" name="文字版面配置區 24">
            <a:extLst>
              <a:ext uri="{FF2B5EF4-FFF2-40B4-BE49-F238E27FC236}">
                <a16:creationId xmlns:a16="http://schemas.microsoft.com/office/drawing/2014/main" id="{374059BD-775E-44E1-A833-94858E63EA60}"/>
              </a:ext>
            </a:extLst>
          </p:cNvPr>
          <p:cNvSpPr>
            <a:spLocks noGrp="1"/>
          </p:cNvSpPr>
          <p:nvPr>
            <p:ph type="body" sz="quarter" idx="14" hasCustomPrompt="1"/>
          </p:nvPr>
        </p:nvSpPr>
        <p:spPr>
          <a:xfrm>
            <a:off x="432695" y="1330907"/>
            <a:ext cx="11415720"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2667" b="1" baseline="0">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Subtitle/Calibri/Bold/20pts</a:t>
            </a:r>
            <a:endParaRPr lang="zh-TW" altLang="en-US" dirty="0"/>
          </a:p>
        </p:txBody>
      </p:sp>
      <p:sp>
        <p:nvSpPr>
          <p:cNvPr id="17" name="標題版面配置區 1"/>
          <p:cNvSpPr>
            <a:spLocks noGrp="1"/>
          </p:cNvSpPr>
          <p:nvPr>
            <p:ph type="title"/>
          </p:nvPr>
        </p:nvSpPr>
        <p:spPr>
          <a:xfrm>
            <a:off x="431800" y="236893"/>
            <a:ext cx="11399321"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140774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Content_2">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7" name="文字版面配置區 24">
            <a:extLst>
              <a:ext uri="{FF2B5EF4-FFF2-40B4-BE49-F238E27FC236}">
                <a16:creationId xmlns:a16="http://schemas.microsoft.com/office/drawing/2014/main" id="{374059BD-775E-44E1-A833-94858E63EA60}"/>
              </a:ext>
            </a:extLst>
          </p:cNvPr>
          <p:cNvSpPr>
            <a:spLocks noGrp="1"/>
          </p:cNvSpPr>
          <p:nvPr>
            <p:ph type="body" sz="quarter" idx="14" hasCustomPrompt="1"/>
          </p:nvPr>
        </p:nvSpPr>
        <p:spPr>
          <a:xfrm>
            <a:off x="432695" y="1330907"/>
            <a:ext cx="11415720"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2667" b="1" baseline="0">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Subtitle/Calibri/Bold/20pts</a:t>
            </a:r>
            <a:endParaRPr lang="zh-TW" altLang="en-US" dirty="0"/>
          </a:p>
        </p:txBody>
      </p:sp>
      <p:sp>
        <p:nvSpPr>
          <p:cNvPr id="9" name="標題版面配置區 1"/>
          <p:cNvSpPr>
            <a:spLocks noGrp="1"/>
          </p:cNvSpPr>
          <p:nvPr>
            <p:ph type="title"/>
          </p:nvPr>
        </p:nvSpPr>
        <p:spPr>
          <a:xfrm>
            <a:off x="431800" y="236893"/>
            <a:ext cx="11398661"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77167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ank you">
    <p:bg>
      <p:bgPr>
        <a:solidFill>
          <a:srgbClr val="F39A1E"/>
        </a:solidFill>
        <a:effectLst/>
      </p:bgPr>
    </p:bg>
    <p:spTree>
      <p:nvGrpSpPr>
        <p:cNvPr id="1" name=""/>
        <p:cNvGrpSpPr/>
        <p:nvPr/>
      </p:nvGrpSpPr>
      <p:grpSpPr>
        <a:xfrm>
          <a:off x="0" y="0"/>
          <a:ext cx="0" cy="0"/>
          <a:chOff x="0" y="0"/>
          <a:chExt cx="0" cy="0"/>
        </a:xfrm>
      </p:grpSpPr>
      <p:grpSp>
        <p:nvGrpSpPr>
          <p:cNvPr id="10" name="群組 9"/>
          <p:cNvGrpSpPr/>
          <p:nvPr/>
        </p:nvGrpSpPr>
        <p:grpSpPr>
          <a:xfrm>
            <a:off x="347135" y="6339833"/>
            <a:ext cx="8049652" cy="374824"/>
            <a:chOff x="260351" y="4754875"/>
            <a:chExt cx="6037239" cy="281118"/>
          </a:xfrm>
        </p:grpSpPr>
        <p:sp>
          <p:nvSpPr>
            <p:cNvPr id="11" name="Footer Placeholder 3">
              <a:extLst>
                <a:ext uri="{FF2B5EF4-FFF2-40B4-BE49-F238E27FC236}">
                  <a16:creationId xmlns:a16="http://schemas.microsoft.com/office/drawing/2014/main" id="{996369C5-4144-4203-867D-86A1EF918D4D}"/>
                </a:ext>
              </a:extLst>
            </p:cNvPr>
            <p:cNvSpPr txBox="1">
              <a:spLocks/>
            </p:cNvSpPr>
            <p:nvPr userDrawn="1"/>
          </p:nvSpPr>
          <p:spPr>
            <a:xfrm>
              <a:off x="1170542" y="4854908"/>
              <a:ext cx="5127048" cy="181085"/>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800" kern="1200" dirty="0">
                  <a:solidFill>
                    <a:schemeClr val="bg1"/>
                  </a:solidFill>
                  <a:effectLst/>
                  <a:latin typeface="+mn-lt"/>
                  <a:ea typeface="+mn-ea"/>
                  <a:cs typeface="+mn-cs"/>
                </a:rPr>
                <a:t>MediaTek Proprietary and Confidential. © 2024 MediaTek Inc. All rights reserved</a:t>
              </a:r>
              <a:r>
                <a:rPr lang="en-US" altLang="zh-TW" sz="800" kern="1200" dirty="0">
                  <a:solidFill>
                    <a:schemeClr val="bg1">
                      <a:lumMod val="50000"/>
                    </a:schemeClr>
                  </a:solidFill>
                  <a:effectLst/>
                  <a:latin typeface="+mn-lt"/>
                  <a:ea typeface="+mn-ea"/>
                  <a:cs typeface="+mn-cs"/>
                </a:rPr>
                <a:t>.</a:t>
              </a:r>
              <a:endParaRPr lang="en-GB" sz="800" dirty="0">
                <a:solidFill>
                  <a:schemeClr val="bg1">
                    <a:lumMod val="50000"/>
                  </a:schemeClr>
                </a:solidFill>
                <a:latin typeface="+mn-lt"/>
              </a:endParaRPr>
            </a:p>
          </p:txBody>
        </p:sp>
        <p:pic>
          <p:nvPicPr>
            <p:cNvPr id="12" name="圖片 11">
              <a:extLst>
                <a:ext uri="{FF2B5EF4-FFF2-40B4-BE49-F238E27FC236}">
                  <a16:creationId xmlns:a16="http://schemas.microsoft.com/office/drawing/2014/main" id="{CC6B121D-85E8-4ED7-AF42-7E852007B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60351" y="4754875"/>
              <a:ext cx="885824" cy="224318"/>
            </a:xfrm>
            <a:prstGeom prst="rect">
              <a:avLst/>
            </a:prstGeom>
          </p:spPr>
        </p:pic>
      </p:grpSp>
    </p:spTree>
    <p:extLst>
      <p:ext uri="{BB962C8B-B14F-4D97-AF65-F5344CB8AC3E}">
        <p14:creationId xmlns:p14="http://schemas.microsoft.com/office/powerpoint/2010/main" val="853160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End">
    <p:bg>
      <p:bgPr>
        <a:solidFill>
          <a:srgbClr val="F39A1E"/>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0F29723-1978-4CBE-8209-372F4A1F2F78}"/>
              </a:ext>
            </a:extLst>
          </p:cNvPr>
          <p:cNvSpPr/>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a:p>
        </p:txBody>
      </p:sp>
      <p:pic>
        <p:nvPicPr>
          <p:cNvPr id="5" name="圖形 4">
            <a:extLst>
              <a:ext uri="{FF2B5EF4-FFF2-40B4-BE49-F238E27FC236}">
                <a16:creationId xmlns:a16="http://schemas.microsoft.com/office/drawing/2014/main" id="{82CBF49B-F09E-4FD8-AA32-33CCF5A10E2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54600" y="3016250"/>
            <a:ext cx="2082800" cy="825500"/>
          </a:xfrm>
          <a:prstGeom prst="rect">
            <a:avLst/>
          </a:prstGeom>
        </p:spPr>
      </p:pic>
    </p:spTree>
    <p:extLst>
      <p:ext uri="{BB962C8B-B14F-4D97-AF65-F5344CB8AC3E}">
        <p14:creationId xmlns:p14="http://schemas.microsoft.com/office/powerpoint/2010/main" val="3133577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Wallpaper Title Slide">
    <p:bg>
      <p:bgPr>
        <a:solidFill>
          <a:srgbClr val="F39A1E"/>
        </a:solidFill>
        <a:effectLst/>
      </p:bgPr>
    </p:bg>
    <p:spTree>
      <p:nvGrpSpPr>
        <p:cNvPr id="1" name=""/>
        <p:cNvGrpSpPr/>
        <p:nvPr/>
      </p:nvGrpSpPr>
      <p:grpSpPr>
        <a:xfrm>
          <a:off x="0" y="0"/>
          <a:ext cx="0" cy="0"/>
          <a:chOff x="0" y="0"/>
          <a:chExt cx="0" cy="0"/>
        </a:xfrm>
      </p:grpSpPr>
      <p:pic>
        <p:nvPicPr>
          <p:cNvPr id="546" name="圖片 545">
            <a:extLst>
              <a:ext uri="{FF2B5EF4-FFF2-40B4-BE49-F238E27FC236}">
                <a16:creationId xmlns:a16="http://schemas.microsoft.com/office/drawing/2014/main" id="{CC6B121D-85E8-4ED7-AF42-7E852007BA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2951" y="543560"/>
            <a:ext cx="1948684" cy="532141"/>
          </a:xfrm>
          <a:prstGeom prst="rect">
            <a:avLst/>
          </a:prstGeom>
        </p:spPr>
      </p:pic>
      <p:sp>
        <p:nvSpPr>
          <p:cNvPr id="1104" name="文字方塊 1103"/>
          <p:cNvSpPr txBox="1"/>
          <p:nvPr/>
        </p:nvSpPr>
        <p:spPr>
          <a:xfrm>
            <a:off x="262631" y="3976582"/>
            <a:ext cx="9119007" cy="2596416"/>
          </a:xfrm>
          <a:prstGeom prst="rect">
            <a:avLst/>
          </a:prstGeom>
          <a:noFill/>
        </p:spPr>
        <p:txBody>
          <a:bodyPr wrap="square" rtlCol="0">
            <a:spAutoFit/>
          </a:bodyPr>
          <a:lstStyle/>
          <a:p>
            <a:r>
              <a:rPr lang="en-US" altLang="zh-TW" sz="1200" b="1" kern="1200" dirty="0" err="1">
                <a:solidFill>
                  <a:schemeClr val="bg1"/>
                </a:solidFill>
                <a:effectLst/>
                <a:latin typeface="+mn-lt"/>
                <a:ea typeface="+mn-ea"/>
                <a:cs typeface="+mn-cs"/>
              </a:rPr>
              <a:t>MediaTek</a:t>
            </a:r>
            <a:r>
              <a:rPr lang="en-US" altLang="zh-TW" sz="1200" b="1" kern="1200" dirty="0">
                <a:solidFill>
                  <a:schemeClr val="bg1"/>
                </a:solidFill>
                <a:effectLst/>
                <a:latin typeface="+mn-lt"/>
                <a:ea typeface="+mn-ea"/>
                <a:cs typeface="+mn-cs"/>
              </a:rPr>
              <a:t> Proprietary and Confidential</a:t>
            </a:r>
            <a:endParaRPr lang="zh-TW" altLang="zh-TW" sz="1200" b="1" kern="1200" dirty="0">
              <a:solidFill>
                <a:schemeClr val="bg1"/>
              </a:solidFill>
              <a:effectLst/>
              <a:latin typeface="+mn-lt"/>
              <a:ea typeface="+mn-ea"/>
              <a:cs typeface="+mn-cs"/>
            </a:endParaRPr>
          </a:p>
          <a:p>
            <a:r>
              <a:rPr lang="en-US" altLang="zh-TW" sz="1200" b="1" kern="1200" dirty="0">
                <a:solidFill>
                  <a:schemeClr val="bg1"/>
                </a:solidFill>
                <a:effectLst/>
                <a:latin typeface="+mn-lt"/>
                <a:ea typeface="+mn-ea"/>
                <a:cs typeface="+mn-cs"/>
              </a:rPr>
              <a:t> </a:t>
            </a:r>
            <a:endParaRPr lang="zh-TW" altLang="zh-TW" sz="1200" b="1" kern="1200" dirty="0">
              <a:solidFill>
                <a:schemeClr val="bg1"/>
              </a:solidFill>
              <a:effectLst/>
              <a:latin typeface="+mn-lt"/>
              <a:ea typeface="+mn-ea"/>
              <a:cs typeface="+mn-cs"/>
            </a:endParaRPr>
          </a:p>
          <a:p>
            <a:r>
              <a:rPr lang="en-US" altLang="zh-TW" sz="1067" kern="1200" dirty="0">
                <a:solidFill>
                  <a:schemeClr val="bg1"/>
                </a:solidFill>
                <a:effectLst/>
                <a:latin typeface="+mn-lt"/>
                <a:ea typeface="+mn-ea"/>
                <a:cs typeface="+mn-cs"/>
              </a:rPr>
              <a:t>© 2024 MediaTek Inc. All rights reserved. The term “</a:t>
            </a:r>
            <a:r>
              <a:rPr lang="en-US" altLang="zh-TW" sz="1067" kern="1200" dirty="0" err="1">
                <a:solidFill>
                  <a:schemeClr val="bg1"/>
                </a:solidFill>
                <a:effectLst/>
                <a:latin typeface="+mn-lt"/>
                <a:ea typeface="+mn-ea"/>
                <a:cs typeface="+mn-cs"/>
              </a:rPr>
              <a:t>MediaTek</a:t>
            </a:r>
            <a:r>
              <a:rPr lang="en-US" altLang="zh-TW" sz="1067" kern="1200" dirty="0">
                <a:solidFill>
                  <a:schemeClr val="bg1"/>
                </a:solidFill>
                <a:effectLst/>
                <a:latin typeface="+mn-lt"/>
                <a:ea typeface="+mn-ea"/>
                <a:cs typeface="+mn-cs"/>
              </a:rPr>
              <a:t>” refers to </a:t>
            </a:r>
            <a:r>
              <a:rPr lang="en-US" altLang="zh-TW" sz="1067" kern="1200" dirty="0" err="1">
                <a:solidFill>
                  <a:schemeClr val="bg1"/>
                </a:solidFill>
                <a:effectLst/>
                <a:latin typeface="+mn-lt"/>
                <a:ea typeface="+mn-ea"/>
                <a:cs typeface="+mn-cs"/>
              </a:rPr>
              <a:t>MediaTek</a:t>
            </a:r>
            <a:r>
              <a:rPr lang="en-US" altLang="zh-TW" sz="1067" kern="1200" dirty="0">
                <a:solidFill>
                  <a:schemeClr val="bg1"/>
                </a:solidFill>
                <a:effectLst/>
                <a:latin typeface="+mn-lt"/>
                <a:ea typeface="+mn-ea"/>
                <a:cs typeface="+mn-cs"/>
              </a:rPr>
              <a:t> Inc. and/or its affiliates.</a:t>
            </a:r>
            <a:endParaRPr lang="zh-TW" altLang="zh-TW" sz="1067" kern="1200" dirty="0">
              <a:solidFill>
                <a:schemeClr val="bg1"/>
              </a:solidFill>
              <a:effectLst/>
              <a:latin typeface="+mn-lt"/>
              <a:ea typeface="+mn-ea"/>
              <a:cs typeface="+mn-cs"/>
            </a:endParaRPr>
          </a:p>
          <a:p>
            <a:r>
              <a:rPr lang="en-US" altLang="zh-TW" sz="1067" kern="1200" dirty="0">
                <a:solidFill>
                  <a:schemeClr val="bg1"/>
                </a:solidFill>
                <a:effectLst/>
                <a:latin typeface="+mn-lt"/>
                <a:ea typeface="+mn-ea"/>
                <a:cs typeface="+mn-cs"/>
              </a:rPr>
              <a:t> </a:t>
            </a:r>
            <a:endParaRPr lang="zh-TW" altLang="zh-TW" sz="1067" kern="1200" dirty="0">
              <a:solidFill>
                <a:schemeClr val="bg1"/>
              </a:solidFill>
              <a:effectLst/>
              <a:latin typeface="+mn-lt"/>
              <a:ea typeface="+mn-ea"/>
              <a:cs typeface="+mn-cs"/>
            </a:endParaRPr>
          </a:p>
          <a:p>
            <a:r>
              <a:rPr lang="en-US" altLang="zh-TW" sz="1067" kern="1200" dirty="0">
                <a:solidFill>
                  <a:schemeClr val="bg1"/>
                </a:solidFill>
                <a:effectLst/>
                <a:latin typeface="+mn-lt"/>
                <a:ea typeface="+mn-ea"/>
                <a:cs typeface="+mn-cs"/>
              </a:rPr>
              <a:t>This document has been prepared solely for informational purposes. The content herein is made available to a restricted number of clients or partners, for internal use, pursuant to a license agreement or any other applicable agreement and subject to this notice. THIS DOCUMENT AND ANY ORAL INFORMATION PROVIDED BY MEDIATEK IN CONNECTION WITH THIS DOCUMENT (COLLECTIVELY THIS “DOCUMENT”), IF ANY, ARE PROVIDED “AS IS” WITHOUT WARRANTY OF ANY KIND, WHETHER EXPRESS, IMPLIED, STATUTORY, OR OTHERWISE. MEDIATEK DOES NOT WARRANT OR MAKE ANY REPRESENTATIONS OR GUARANTEE REGARDING THE USE OR THE RESULT OF THE USE OF THIS DOCUMENT IN TERMS OF CORRECTNESS, ACCURACY, TIMELINESS, RELIABILITY, OR OTHERWISE. </a:t>
            </a:r>
            <a:r>
              <a:rPr lang="en-US" altLang="zh-TW" sz="1067" kern="1200" cap="all" dirty="0" err="1">
                <a:solidFill>
                  <a:schemeClr val="bg1"/>
                </a:solidFill>
                <a:effectLst/>
                <a:latin typeface="+mn-lt"/>
                <a:ea typeface="+mn-ea"/>
                <a:cs typeface="+mn-cs"/>
              </a:rPr>
              <a:t>MediaTek</a:t>
            </a:r>
            <a:r>
              <a:rPr lang="en-US" altLang="zh-TW" sz="1067" kern="1200" cap="all" dirty="0">
                <a:solidFill>
                  <a:schemeClr val="bg1"/>
                </a:solidFill>
                <a:effectLst/>
                <a:latin typeface="+mn-lt"/>
                <a:ea typeface="+mn-ea"/>
                <a:cs typeface="+mn-cs"/>
              </a:rPr>
              <a:t> specifically disclaims all warranties of merchantability, non-infringement and fitness for a particular purpose and any warranties arising out of course of performance, course of dealing or usage of trade. </a:t>
            </a:r>
            <a:r>
              <a:rPr lang="en-US" altLang="zh-TW" sz="1067" kern="1200" dirty="0">
                <a:solidFill>
                  <a:schemeClr val="bg1"/>
                </a:solidFill>
                <a:effectLst/>
                <a:latin typeface="+mn-lt"/>
                <a:ea typeface="+mn-ea"/>
                <a:cs typeface="+mn-cs"/>
              </a:rPr>
              <a:t>This Document must be held in strict confidence and may not be communicated, reproduced, distributed or disclosed to any third party or to any other person, or being referred to publicly, in whole or in part at any time except with </a:t>
            </a:r>
            <a:r>
              <a:rPr lang="en-US" altLang="zh-TW" sz="1067" kern="1200" dirty="0" err="1">
                <a:solidFill>
                  <a:schemeClr val="bg1"/>
                </a:solidFill>
                <a:effectLst/>
                <a:latin typeface="+mn-lt"/>
                <a:ea typeface="+mn-ea"/>
                <a:cs typeface="+mn-cs"/>
              </a:rPr>
              <a:t>MediaTek’s</a:t>
            </a:r>
            <a:r>
              <a:rPr lang="en-US" altLang="zh-TW" sz="1067" kern="1200" dirty="0">
                <a:solidFill>
                  <a:schemeClr val="bg1"/>
                </a:solidFill>
                <a:effectLst/>
                <a:latin typeface="+mn-lt"/>
                <a:ea typeface="+mn-ea"/>
                <a:cs typeface="+mn-cs"/>
              </a:rPr>
              <a:t> prior written consent, which </a:t>
            </a:r>
            <a:r>
              <a:rPr lang="en-US" altLang="zh-TW" sz="1067" kern="1200" dirty="0" err="1">
                <a:solidFill>
                  <a:schemeClr val="bg1"/>
                </a:solidFill>
                <a:effectLst/>
                <a:latin typeface="+mn-lt"/>
                <a:ea typeface="+mn-ea"/>
                <a:cs typeface="+mn-cs"/>
              </a:rPr>
              <a:t>MediaTek</a:t>
            </a:r>
            <a:r>
              <a:rPr lang="en-US" altLang="zh-TW" sz="1067" kern="1200" dirty="0">
                <a:solidFill>
                  <a:schemeClr val="bg1"/>
                </a:solidFill>
                <a:effectLst/>
                <a:latin typeface="+mn-lt"/>
                <a:ea typeface="+mn-ea"/>
                <a:cs typeface="+mn-cs"/>
              </a:rPr>
              <a:t> reserves the right to deny for any reason. You agree to indemnify </a:t>
            </a:r>
            <a:r>
              <a:rPr lang="en-US" altLang="zh-TW" sz="1067" kern="1200" dirty="0" err="1">
                <a:solidFill>
                  <a:schemeClr val="bg1"/>
                </a:solidFill>
                <a:effectLst/>
                <a:latin typeface="+mn-lt"/>
                <a:ea typeface="+mn-ea"/>
                <a:cs typeface="+mn-cs"/>
              </a:rPr>
              <a:t>MediaTek</a:t>
            </a:r>
            <a:r>
              <a:rPr lang="en-US" altLang="zh-TW" sz="1067" kern="1200" dirty="0">
                <a:solidFill>
                  <a:schemeClr val="bg1"/>
                </a:solidFill>
                <a:effectLst/>
                <a:latin typeface="+mn-lt"/>
                <a:ea typeface="+mn-ea"/>
                <a:cs typeface="+mn-cs"/>
              </a:rPr>
              <a:t> for any loss or damages suffered by </a:t>
            </a:r>
            <a:r>
              <a:rPr lang="en-US" altLang="zh-TW" sz="1067" kern="1200" dirty="0" err="1">
                <a:solidFill>
                  <a:schemeClr val="bg1"/>
                </a:solidFill>
                <a:effectLst/>
                <a:latin typeface="+mn-lt"/>
                <a:ea typeface="+mn-ea"/>
                <a:cs typeface="+mn-cs"/>
              </a:rPr>
              <a:t>MediaTek</a:t>
            </a:r>
            <a:r>
              <a:rPr lang="en-US" altLang="zh-TW" sz="1067" kern="1200" dirty="0">
                <a:solidFill>
                  <a:schemeClr val="bg1"/>
                </a:solidFill>
                <a:effectLst/>
                <a:latin typeface="+mn-lt"/>
                <a:ea typeface="+mn-ea"/>
                <a:cs typeface="+mn-cs"/>
              </a:rPr>
              <a:t> for your unauthorized use or disclosure of this Document, in whole or in part.  If you are not the intended recipient of this document, please delete and destroy all copies immediately.</a:t>
            </a:r>
            <a:endParaRPr lang="zh-TW" altLang="zh-TW" sz="1067" kern="1200" dirty="0">
              <a:solidFill>
                <a:schemeClr val="bg1"/>
              </a:solidFill>
              <a:effectLst/>
              <a:latin typeface="+mn-lt"/>
              <a:ea typeface="+mn-ea"/>
              <a:cs typeface="+mn-cs"/>
            </a:endParaRPr>
          </a:p>
        </p:txBody>
      </p:sp>
    </p:spTree>
    <p:extLst>
      <p:ext uri="{BB962C8B-B14F-4D97-AF65-F5344CB8AC3E}">
        <p14:creationId xmlns:p14="http://schemas.microsoft.com/office/powerpoint/2010/main" val="4130552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80">
          <p15:clr>
            <a:srgbClr val="FBAE40"/>
          </p15:clr>
        </p15:guide>
        <p15:guide id="3" pos="317">
          <p15:clr>
            <a:srgbClr val="FBAE40"/>
          </p15:clr>
        </p15:guide>
        <p15:guide id="4" orient="horz" pos="130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Divider_Orange">
    <p:bg>
      <p:bgPr>
        <a:solidFill>
          <a:srgbClr val="F39A1E"/>
        </a:solidFill>
        <a:effectLst/>
      </p:bgPr>
    </p:bg>
    <p:spTree>
      <p:nvGrpSpPr>
        <p:cNvPr id="1" name=""/>
        <p:cNvGrpSpPr/>
        <p:nvPr/>
      </p:nvGrpSpPr>
      <p:grpSpPr>
        <a:xfrm>
          <a:off x="0" y="0"/>
          <a:ext cx="0" cy="0"/>
          <a:chOff x="0" y="0"/>
          <a:chExt cx="0" cy="0"/>
        </a:xfrm>
      </p:grpSpPr>
      <p:sp>
        <p:nvSpPr>
          <p:cNvPr id="9" name="Footer Placeholder 3">
            <a:extLst>
              <a:ext uri="{FF2B5EF4-FFF2-40B4-BE49-F238E27FC236}">
                <a16:creationId xmlns:a16="http://schemas.microsoft.com/office/drawing/2014/main" id="{996369C5-4144-4203-867D-86A1EF918D4D}"/>
              </a:ext>
            </a:extLst>
          </p:cNvPr>
          <p:cNvSpPr txBox="1">
            <a:spLocks/>
          </p:cNvSpPr>
          <p:nvPr/>
        </p:nvSpPr>
        <p:spPr>
          <a:xfrm>
            <a:off x="1560723" y="6473211"/>
            <a:ext cx="6836064" cy="241447"/>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800" kern="1200" dirty="0">
                <a:solidFill>
                  <a:schemeClr val="bg1"/>
                </a:solidFill>
                <a:effectLst/>
                <a:latin typeface="+mn-lt"/>
                <a:ea typeface="+mn-ea"/>
                <a:cs typeface="+mn-cs"/>
              </a:rPr>
              <a:t>MediaTek Proprietary and Confidential. © 2024 MediaTek Inc. All rights reserved.</a:t>
            </a:r>
            <a:endParaRPr lang="en-GB" sz="800" dirty="0">
              <a:solidFill>
                <a:schemeClr val="bg1"/>
              </a:solidFill>
              <a:latin typeface="+mn-lt"/>
            </a:endParaRPr>
          </a:p>
        </p:txBody>
      </p:sp>
      <p:pic>
        <p:nvPicPr>
          <p:cNvPr id="8" name="圖片 7">
            <a:extLst>
              <a:ext uri="{FF2B5EF4-FFF2-40B4-BE49-F238E27FC236}">
                <a16:creationId xmlns:a16="http://schemas.microsoft.com/office/drawing/2014/main" id="{9588F5AD-9B54-457D-A2F2-FAB03A49C37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7135" y="6339833"/>
            <a:ext cx="1181099" cy="299091"/>
          </a:xfrm>
          <a:prstGeom prst="rect">
            <a:avLst/>
          </a:prstGeom>
        </p:spPr>
      </p:pic>
      <p:sp>
        <p:nvSpPr>
          <p:cNvPr id="4" name="Title 3">
            <a:extLst>
              <a:ext uri="{FF2B5EF4-FFF2-40B4-BE49-F238E27FC236}">
                <a16:creationId xmlns:a16="http://schemas.microsoft.com/office/drawing/2014/main" id="{1F4F8D15-6489-A305-AA10-2D173C481EB9}"/>
              </a:ext>
            </a:extLst>
          </p:cNvPr>
          <p:cNvSpPr>
            <a:spLocks noGrp="1"/>
          </p:cNvSpPr>
          <p:nvPr>
            <p:ph type="title"/>
          </p:nvPr>
        </p:nvSpPr>
        <p:spPr/>
        <p:txBody>
          <a:bodyPr/>
          <a:lstStyle>
            <a:lvl1pPr>
              <a:defRPr baseline="0">
                <a:solidFill>
                  <a:schemeClr val="bg1"/>
                </a:solidFill>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2679039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Divider_Green">
    <p:bg>
      <p:bgPr>
        <a:solidFill>
          <a:srgbClr val="69BE28"/>
        </a:solidFill>
        <a:effectLst/>
      </p:bgPr>
    </p:bg>
    <p:spTree>
      <p:nvGrpSpPr>
        <p:cNvPr id="1" name=""/>
        <p:cNvGrpSpPr/>
        <p:nvPr/>
      </p:nvGrpSpPr>
      <p:grpSpPr>
        <a:xfrm>
          <a:off x="0" y="0"/>
          <a:ext cx="0" cy="0"/>
          <a:chOff x="0" y="0"/>
          <a:chExt cx="0" cy="0"/>
        </a:xfrm>
      </p:grpSpPr>
      <p:sp>
        <p:nvSpPr>
          <p:cNvPr id="10" name="Footer Placeholder 3">
            <a:extLst>
              <a:ext uri="{FF2B5EF4-FFF2-40B4-BE49-F238E27FC236}">
                <a16:creationId xmlns:a16="http://schemas.microsoft.com/office/drawing/2014/main" id="{996369C5-4144-4203-867D-86A1EF918D4D}"/>
              </a:ext>
            </a:extLst>
          </p:cNvPr>
          <p:cNvSpPr txBox="1">
            <a:spLocks/>
          </p:cNvSpPr>
          <p:nvPr/>
        </p:nvSpPr>
        <p:spPr>
          <a:xfrm>
            <a:off x="1560723" y="6473211"/>
            <a:ext cx="6836064" cy="241447"/>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800" kern="1200" dirty="0">
                <a:solidFill>
                  <a:schemeClr val="bg1"/>
                </a:solidFill>
                <a:effectLst/>
                <a:latin typeface="+mn-lt"/>
                <a:ea typeface="+mn-ea"/>
                <a:cs typeface="+mn-cs"/>
              </a:rPr>
              <a:t>MediaTek Proprietary and Confidential. © 2024 MediaTek Inc. All rights reserved.</a:t>
            </a:r>
            <a:endParaRPr lang="en-GB" sz="800" dirty="0">
              <a:solidFill>
                <a:schemeClr val="bg1"/>
              </a:solidFill>
              <a:latin typeface="+mn-lt"/>
            </a:endParaRPr>
          </a:p>
        </p:txBody>
      </p:sp>
      <p:sp>
        <p:nvSpPr>
          <p:cNvPr id="15" name="Title 14">
            <a:extLst>
              <a:ext uri="{FF2B5EF4-FFF2-40B4-BE49-F238E27FC236}">
                <a16:creationId xmlns:a16="http://schemas.microsoft.com/office/drawing/2014/main" id="{7BD45C57-EC1F-A819-C7EB-6A1BDF71940C}"/>
              </a:ext>
            </a:extLst>
          </p:cNvPr>
          <p:cNvSpPr>
            <a:spLocks noGrp="1"/>
          </p:cNvSpPr>
          <p:nvPr>
            <p:ph type="title"/>
          </p:nvPr>
        </p:nvSpPr>
        <p:spPr/>
        <p:txBody>
          <a:bodyPr/>
          <a:lstStyle>
            <a:lvl1pPr>
              <a:defRPr baseline="0">
                <a:solidFill>
                  <a:schemeClr val="bg1"/>
                </a:solidFill>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4124447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Divider_Blue">
    <p:bg>
      <p:bgPr>
        <a:solidFill>
          <a:srgbClr val="00A1DE"/>
        </a:solidFill>
        <a:effectLst/>
      </p:bgPr>
    </p:bg>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996369C5-4144-4203-867D-86A1EF918D4D}"/>
              </a:ext>
            </a:extLst>
          </p:cNvPr>
          <p:cNvSpPr txBox="1">
            <a:spLocks/>
          </p:cNvSpPr>
          <p:nvPr/>
        </p:nvSpPr>
        <p:spPr>
          <a:xfrm>
            <a:off x="1560723" y="6473211"/>
            <a:ext cx="6836064" cy="241447"/>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800" kern="1200" dirty="0">
                <a:solidFill>
                  <a:schemeClr val="bg1"/>
                </a:solidFill>
                <a:effectLst/>
                <a:latin typeface="+mn-lt"/>
                <a:ea typeface="+mn-ea"/>
                <a:cs typeface="+mn-cs"/>
              </a:rPr>
              <a:t>MediaTek Proprietary and Confidential. © 2024 MediaTek Inc. All rights reserved.</a:t>
            </a:r>
            <a:endParaRPr lang="en-GB" sz="800" dirty="0">
              <a:solidFill>
                <a:schemeClr val="bg1"/>
              </a:solidFill>
              <a:latin typeface="+mn-lt"/>
            </a:endParaRPr>
          </a:p>
        </p:txBody>
      </p:sp>
      <p:sp>
        <p:nvSpPr>
          <p:cNvPr id="2" name="Title 1">
            <a:extLst>
              <a:ext uri="{FF2B5EF4-FFF2-40B4-BE49-F238E27FC236}">
                <a16:creationId xmlns:a16="http://schemas.microsoft.com/office/drawing/2014/main" id="{ECBA367C-172B-D4D0-43A1-A812B5D8D0F9}"/>
              </a:ext>
            </a:extLst>
          </p:cNvPr>
          <p:cNvSpPr>
            <a:spLocks noGrp="1"/>
          </p:cNvSpPr>
          <p:nvPr>
            <p:ph type="title"/>
          </p:nvPr>
        </p:nvSpPr>
        <p:spPr/>
        <p:txBody>
          <a:bodyPr/>
          <a:lstStyle>
            <a:lvl1pPr>
              <a:defRPr baseline="0">
                <a:solidFill>
                  <a:schemeClr val="bg1"/>
                </a:solidFill>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2415527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Divider_Red">
    <p:bg>
      <p:bgPr>
        <a:solidFill>
          <a:srgbClr val="E11E3C"/>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996369C5-4144-4203-867D-86A1EF918D4D}"/>
              </a:ext>
            </a:extLst>
          </p:cNvPr>
          <p:cNvSpPr txBox="1">
            <a:spLocks/>
          </p:cNvSpPr>
          <p:nvPr/>
        </p:nvSpPr>
        <p:spPr>
          <a:xfrm>
            <a:off x="1560723" y="6473211"/>
            <a:ext cx="6836064" cy="241447"/>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800" kern="1200" dirty="0">
                <a:solidFill>
                  <a:schemeClr val="bg1"/>
                </a:solidFill>
                <a:effectLst/>
                <a:latin typeface="+mn-lt"/>
                <a:ea typeface="+mn-ea"/>
                <a:cs typeface="+mn-cs"/>
              </a:rPr>
              <a:t>MediaTek Proprietary and Confidential. © 2024 MediaTek Inc. All rights reserved.</a:t>
            </a:r>
            <a:endParaRPr lang="en-GB" sz="800" dirty="0">
              <a:solidFill>
                <a:schemeClr val="bg1"/>
              </a:solidFill>
              <a:latin typeface="+mn-lt"/>
            </a:endParaRPr>
          </a:p>
        </p:txBody>
      </p:sp>
      <p:sp>
        <p:nvSpPr>
          <p:cNvPr id="7" name="Title 6">
            <a:extLst>
              <a:ext uri="{FF2B5EF4-FFF2-40B4-BE49-F238E27FC236}">
                <a16:creationId xmlns:a16="http://schemas.microsoft.com/office/drawing/2014/main" id="{B9FC6C54-A5C0-7B2A-5FD5-E5851A47A363}"/>
              </a:ext>
            </a:extLst>
          </p:cNvPr>
          <p:cNvSpPr>
            <a:spLocks noGrp="1"/>
          </p:cNvSpPr>
          <p:nvPr>
            <p:ph type="title"/>
          </p:nvPr>
        </p:nvSpPr>
        <p:spPr/>
        <p:txBody>
          <a:bodyPr/>
          <a:lstStyle>
            <a:lvl1pPr>
              <a:defRPr baseline="0">
                <a:solidFill>
                  <a:schemeClr val="bg1"/>
                </a:solidFill>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602967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DD5FE2-0A76-BC48-390D-130FB4108DA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en-US"/>
          </a:p>
        </p:txBody>
      </p:sp>
      <p:sp>
        <p:nvSpPr>
          <p:cNvPr id="3" name="副標題 2">
            <a:extLst>
              <a:ext uri="{FF2B5EF4-FFF2-40B4-BE49-F238E27FC236}">
                <a16:creationId xmlns:a16="http://schemas.microsoft.com/office/drawing/2014/main" id="{871A2E78-7EF5-D217-669A-91096987C4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a:p>
        </p:txBody>
      </p:sp>
      <p:sp>
        <p:nvSpPr>
          <p:cNvPr id="4" name="日期版面配置區 3">
            <a:extLst>
              <a:ext uri="{FF2B5EF4-FFF2-40B4-BE49-F238E27FC236}">
                <a16:creationId xmlns:a16="http://schemas.microsoft.com/office/drawing/2014/main" id="{714206CA-10C2-95A6-F4BF-8E2ED2B1753B}"/>
              </a:ext>
            </a:extLst>
          </p:cNvPr>
          <p:cNvSpPr>
            <a:spLocks noGrp="1"/>
          </p:cNvSpPr>
          <p:nvPr>
            <p:ph type="dt" sz="half" idx="10"/>
          </p:nvPr>
        </p:nvSpPr>
        <p:spPr/>
        <p:txBody>
          <a:bodyPr/>
          <a:lstStyle/>
          <a:p>
            <a:fld id="{D048D829-A1D1-4D0D-AFC0-CDE06BA1A8BE}" type="datetimeFigureOut">
              <a:rPr lang="en-US" smtClean="0"/>
              <a:t>5/6/2026</a:t>
            </a:fld>
            <a:endParaRPr lang="en-US"/>
          </a:p>
        </p:txBody>
      </p:sp>
      <p:sp>
        <p:nvSpPr>
          <p:cNvPr id="5" name="頁尾版面配置區 4">
            <a:extLst>
              <a:ext uri="{FF2B5EF4-FFF2-40B4-BE49-F238E27FC236}">
                <a16:creationId xmlns:a16="http://schemas.microsoft.com/office/drawing/2014/main" id="{7F122626-DAE8-CC7E-9FBF-F961446E505E}"/>
              </a:ext>
            </a:extLst>
          </p:cNvPr>
          <p:cNvSpPr>
            <a:spLocks noGrp="1"/>
          </p:cNvSpPr>
          <p:nvPr>
            <p:ph type="ftr" sz="quarter" idx="11"/>
          </p:nvPr>
        </p:nvSpPr>
        <p:spPr/>
        <p:txBody>
          <a:bodyPr/>
          <a:lstStyle/>
          <a:p>
            <a:endParaRPr lang="en-US"/>
          </a:p>
        </p:txBody>
      </p:sp>
      <p:sp>
        <p:nvSpPr>
          <p:cNvPr id="6" name="投影片編號版面配置區 5">
            <a:extLst>
              <a:ext uri="{FF2B5EF4-FFF2-40B4-BE49-F238E27FC236}">
                <a16:creationId xmlns:a16="http://schemas.microsoft.com/office/drawing/2014/main" id="{BAEDC74A-FE53-80B1-45FF-D92A825B7892}"/>
              </a:ext>
            </a:extLst>
          </p:cNvPr>
          <p:cNvSpPr>
            <a:spLocks noGrp="1"/>
          </p:cNvSpPr>
          <p:nvPr>
            <p:ph type="sldNum" sz="quarter" idx="12"/>
          </p:nvPr>
        </p:nvSpPr>
        <p:spPr/>
        <p:txBody>
          <a:bodyPr/>
          <a:lstStyle/>
          <a:p>
            <a:fld id="{54C44DAA-E0B8-488B-BA43-C0A7DD2FB442}" type="slidenum">
              <a:rPr lang="en-US" smtClean="0"/>
              <a:t>‹#›</a:t>
            </a:fld>
            <a:endParaRPr lang="en-US"/>
          </a:p>
        </p:txBody>
      </p:sp>
    </p:spTree>
    <p:extLst>
      <p:ext uri="{BB962C8B-B14F-4D97-AF65-F5344CB8AC3E}">
        <p14:creationId xmlns:p14="http://schemas.microsoft.com/office/powerpoint/2010/main" val="21572456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ver_Formal">
    <p:bg>
      <p:bgPr>
        <a:solidFill>
          <a:srgbClr val="F39A1E"/>
        </a:solidFill>
        <a:effectLst/>
      </p:bgPr>
    </p:bg>
    <p:spTree>
      <p:nvGrpSpPr>
        <p:cNvPr id="1" name=""/>
        <p:cNvGrpSpPr/>
        <p:nvPr/>
      </p:nvGrpSpPr>
      <p:grpSpPr>
        <a:xfrm>
          <a:off x="0" y="0"/>
          <a:ext cx="0" cy="0"/>
          <a:chOff x="0" y="0"/>
          <a:chExt cx="0" cy="0"/>
        </a:xfrm>
      </p:grpSpPr>
      <p:sp>
        <p:nvSpPr>
          <p:cNvPr id="4" name="文字方塊 3"/>
          <p:cNvSpPr txBox="1"/>
          <p:nvPr/>
        </p:nvSpPr>
        <p:spPr>
          <a:xfrm>
            <a:off x="3176335" y="4065008"/>
            <a:ext cx="8727604" cy="1180761"/>
          </a:xfrm>
          <a:prstGeom prst="rect">
            <a:avLst/>
          </a:prstGeom>
        </p:spPr>
        <p:txBody>
          <a:bodyPr wrap="square" lIns="0" tIns="0" rIns="0" bIns="0" rtlCol="0">
            <a:noAutofit/>
          </a:bodyPr>
          <a:lstStyle/>
          <a:p>
            <a:endParaRPr lang="zh-TW" altLang="en-US" sz="2400" dirty="0"/>
          </a:p>
        </p:txBody>
      </p:sp>
      <p:sp>
        <p:nvSpPr>
          <p:cNvPr id="12" name="文字版面配置區 20">
            <a:extLst>
              <a:ext uri="{FF2B5EF4-FFF2-40B4-BE49-F238E27FC236}">
                <a16:creationId xmlns:a16="http://schemas.microsoft.com/office/drawing/2014/main" id="{0878BF3B-8DAC-42C9-92B7-F9EC0BA19FCE}"/>
              </a:ext>
            </a:extLst>
          </p:cNvPr>
          <p:cNvSpPr>
            <a:spLocks noGrp="1"/>
          </p:cNvSpPr>
          <p:nvPr>
            <p:ph type="body" sz="quarter" idx="13" hasCustomPrompt="1"/>
          </p:nvPr>
        </p:nvSpPr>
        <p:spPr>
          <a:xfrm>
            <a:off x="3160891" y="2790952"/>
            <a:ext cx="7789051" cy="85394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4267" b="1"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CN" dirty="0"/>
              <a:t>Title/Calibri/Bold/</a:t>
            </a:r>
            <a:r>
              <a:rPr lang="en-US" altLang="zh-TW" dirty="0"/>
              <a:t>32pts</a:t>
            </a:r>
            <a:r>
              <a:rPr lang="zh-TW" altLang="en-US" dirty="0"/>
              <a:t> </a:t>
            </a:r>
          </a:p>
        </p:txBody>
      </p:sp>
      <p:pic>
        <p:nvPicPr>
          <p:cNvPr id="13" name="圖片 12">
            <a:extLst>
              <a:ext uri="{FF2B5EF4-FFF2-40B4-BE49-F238E27FC236}">
                <a16:creationId xmlns:a16="http://schemas.microsoft.com/office/drawing/2014/main" id="{CC6B121D-85E8-4ED7-AF42-7E852007BA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98315" y="1815866"/>
            <a:ext cx="2526557" cy="689945"/>
          </a:xfrm>
          <a:prstGeom prst="rect">
            <a:avLst/>
          </a:prstGeom>
        </p:spPr>
      </p:pic>
      <p:sp>
        <p:nvSpPr>
          <p:cNvPr id="14" name="文字版面配置區 20">
            <a:extLst>
              <a:ext uri="{FF2B5EF4-FFF2-40B4-BE49-F238E27FC236}">
                <a16:creationId xmlns:a16="http://schemas.microsoft.com/office/drawing/2014/main" id="{6EF1C5E5-F541-45A7-A09E-49564F6BBF0C}"/>
              </a:ext>
            </a:extLst>
          </p:cNvPr>
          <p:cNvSpPr>
            <a:spLocks noGrp="1"/>
          </p:cNvSpPr>
          <p:nvPr>
            <p:ph type="body" sz="quarter" idx="14" hasCustomPrompt="1"/>
          </p:nvPr>
        </p:nvSpPr>
        <p:spPr>
          <a:xfrm>
            <a:off x="3160891" y="3644902"/>
            <a:ext cx="5625195" cy="85394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2667" b="1"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Subtitle/Calibri/Bold/20pts</a:t>
            </a:r>
            <a:endParaRPr lang="zh-TW" altLang="en-US" dirty="0"/>
          </a:p>
        </p:txBody>
      </p:sp>
    </p:spTree>
    <p:extLst>
      <p:ext uri="{BB962C8B-B14F-4D97-AF65-F5344CB8AC3E}">
        <p14:creationId xmlns:p14="http://schemas.microsoft.com/office/powerpoint/2010/main" val="3835167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8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7" name="文字版面配置區 6"/>
          <p:cNvSpPr>
            <a:spLocks noGrp="1"/>
          </p:cNvSpPr>
          <p:nvPr>
            <p:ph type="body" sz="quarter" idx="10" hasCustomPrompt="1"/>
          </p:nvPr>
        </p:nvSpPr>
        <p:spPr>
          <a:xfrm>
            <a:off x="431800" y="1376785"/>
            <a:ext cx="10957984" cy="4569927"/>
          </a:xfrm>
          <a:prstGeom prst="rect">
            <a:avLst/>
          </a:prstGeom>
        </p:spPr>
        <p:txBody>
          <a:bodyPr/>
          <a:lstStyle>
            <a:lvl1pPr marL="563019" indent="-563019">
              <a:buFont typeface="Wingdings" panose="05000000000000000000" pitchFamily="2" charset="2"/>
              <a:buChar char="p"/>
              <a:defRPr sz="2667" b="1" baseline="0">
                <a:latin typeface="Calibri" panose="020F0502020204030204" pitchFamily="34" charset="0"/>
                <a:ea typeface="Microsoft YaHei" panose="020B0503020204020204" pitchFamily="34" charset="-122"/>
              </a:defRPr>
            </a:lvl1pPr>
            <a:lvl2pPr marL="933427" indent="-338658">
              <a:defRPr sz="2133" b="1" baseline="0">
                <a:latin typeface="+mj-lt"/>
                <a:ea typeface="Microsoft YaHei" panose="020B0503020204020204" pitchFamily="34" charset="-122"/>
              </a:defRPr>
            </a:lvl2pPr>
            <a:lvl3pPr marL="1132389" indent="-198962">
              <a:defRPr sz="1600" baseline="0">
                <a:latin typeface="+mj-lt"/>
                <a:ea typeface="Microsoft YaHei" panose="020B0503020204020204" pitchFamily="34" charset="-122"/>
              </a:defRPr>
            </a:lvl3pPr>
            <a:lvl4pPr marL="1322884" indent="-198962">
              <a:defRPr baseline="0">
                <a:latin typeface="+mj-lt"/>
                <a:ea typeface="Microsoft YaHei" panose="020B0503020204020204" pitchFamily="34" charset="-122"/>
              </a:defRPr>
            </a:lvl4pPr>
            <a:lvl5pPr marL="1521846" indent="-198962">
              <a:defRPr baseline="0">
                <a:latin typeface="+mj-lt"/>
                <a:ea typeface="Microsoft YaHei" panose="020B0503020204020204" pitchFamily="34" charset="-122"/>
              </a:defRPr>
            </a:lvl5pPr>
          </a:lstStyle>
          <a:p>
            <a:pPr lvl="0"/>
            <a:r>
              <a:rPr lang="en-US" altLang="zh-TW" dirty="0"/>
              <a:t>Click to edit Master text styles </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6"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508185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26" name="內容版面配置區 25"/>
          <p:cNvSpPr>
            <a:spLocks noGrp="1"/>
          </p:cNvSpPr>
          <p:nvPr>
            <p:ph sz="quarter" idx="10"/>
          </p:nvPr>
        </p:nvSpPr>
        <p:spPr>
          <a:xfrm>
            <a:off x="431800" y="1343609"/>
            <a:ext cx="10957985" cy="4943151"/>
          </a:xfrm>
        </p:spPr>
        <p:txBody>
          <a:bodyPr/>
          <a:lstStyle>
            <a:lvl1pPr marL="361942" indent="-361942">
              <a:defRPr sz="2133" b="1" baseline="0">
                <a:latin typeface="Calibri" panose="020F0502020204030204" pitchFamily="34" charset="0"/>
                <a:ea typeface="Microsoft YaHei" panose="020B0503020204020204" pitchFamily="34" charset="-122"/>
              </a:defRPr>
            </a:lvl1pPr>
            <a:lvl2pPr marL="675200" indent="-302676">
              <a:defRPr sz="1867" b="1" baseline="0">
                <a:latin typeface="Calibri" panose="020F0502020204030204" pitchFamily="34" charset="0"/>
                <a:ea typeface="Microsoft YaHei" panose="020B0503020204020204" pitchFamily="34" charset="-122"/>
              </a:defRPr>
            </a:lvl2pPr>
            <a:lvl3pPr marL="924961" indent="-249760">
              <a:defRPr sz="1600" baseline="0">
                <a:latin typeface="Calibri" panose="020F0502020204030204" pitchFamily="34" charset="0"/>
                <a:ea typeface="Microsoft YaHei" panose="020B0503020204020204" pitchFamily="34" charset="-122"/>
              </a:defRPr>
            </a:lvl3pPr>
            <a:lvl4pPr marL="1123923" indent="-215895">
              <a:defRPr sz="1467" baseline="0">
                <a:latin typeface="Calibri" panose="020F0502020204030204" pitchFamily="34" charset="0"/>
                <a:ea typeface="Microsoft YaHei" panose="020B0503020204020204" pitchFamily="34" charset="-122"/>
              </a:defRPr>
            </a:lvl4pPr>
            <a:lvl5pPr marL="1339817" indent="-215895">
              <a:defRPr sz="1333" baseline="0">
                <a:latin typeface="Calibri" panose="020F0502020204030204" pitchFamily="34" charset="0"/>
                <a:ea typeface="Microsoft YaHei" panose="020B0503020204020204" pitchFamily="34" charset="-122"/>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6"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solidFill>
                  <a:srgbClr val="F39A1E"/>
                </a:solidFill>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59156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e">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26" name="內容版面配置區 25"/>
          <p:cNvSpPr>
            <a:spLocks noGrp="1"/>
          </p:cNvSpPr>
          <p:nvPr>
            <p:ph sz="quarter" idx="10"/>
          </p:nvPr>
        </p:nvSpPr>
        <p:spPr>
          <a:xfrm>
            <a:off x="431800" y="1343609"/>
            <a:ext cx="5376168" cy="4943151"/>
          </a:xfrm>
        </p:spPr>
        <p:txBody>
          <a:bodyPr/>
          <a:lstStyle>
            <a:lvl1pPr>
              <a:defRPr sz="2667" b="1" baseline="0">
                <a:latin typeface="Calibri" panose="020F0502020204030204" pitchFamily="34" charset="0"/>
                <a:ea typeface="Microsoft YaHei" panose="020B0503020204020204" pitchFamily="34" charset="-122"/>
              </a:defRPr>
            </a:lvl1pPr>
            <a:lvl2pPr marL="692133" indent="-328076">
              <a:defRPr sz="2133" b="1" baseline="0">
                <a:latin typeface="Calibri" panose="020F0502020204030204" pitchFamily="34" charset="0"/>
                <a:ea typeface="Microsoft YaHei" panose="020B0503020204020204" pitchFamily="34" charset="-122"/>
              </a:defRPr>
            </a:lvl2pPr>
            <a:lvl3pPr marL="958827" indent="-241294">
              <a:defRPr sz="1600" baseline="0">
                <a:latin typeface="Calibri" panose="020F0502020204030204" pitchFamily="34" charset="0"/>
                <a:ea typeface="Microsoft YaHei" panose="020B0503020204020204" pitchFamily="34" charset="-122"/>
              </a:defRPr>
            </a:lvl3pPr>
            <a:lvl4pPr marL="1185304" indent="-243411">
              <a:defRPr baseline="0">
                <a:latin typeface="Calibri" panose="020F0502020204030204" pitchFamily="34" charset="0"/>
                <a:ea typeface="Microsoft YaHei" panose="020B0503020204020204" pitchFamily="34" charset="-122"/>
              </a:defRPr>
            </a:lvl4pPr>
            <a:lvl5pPr marL="1451997" indent="-266693">
              <a:defRPr baseline="0">
                <a:latin typeface="Calibri" panose="020F0502020204030204" pitchFamily="34" charset="0"/>
                <a:ea typeface="Microsoft YaHei" panose="020B0503020204020204" pitchFamily="34" charset="-122"/>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7" name="內容版面配置區 25"/>
          <p:cNvSpPr>
            <a:spLocks noGrp="1"/>
          </p:cNvSpPr>
          <p:nvPr>
            <p:ph sz="quarter" idx="11"/>
          </p:nvPr>
        </p:nvSpPr>
        <p:spPr>
          <a:xfrm>
            <a:off x="5999990" y="1339963"/>
            <a:ext cx="5389796" cy="4943151"/>
          </a:xfrm>
        </p:spPr>
        <p:txBody>
          <a:bodyPr/>
          <a:lstStyle>
            <a:lvl1pPr>
              <a:defRPr sz="2667" b="1" baseline="0">
                <a:latin typeface="Calibri" panose="020F0502020204030204" pitchFamily="34" charset="0"/>
                <a:ea typeface="Microsoft YaHei" panose="020B0503020204020204" pitchFamily="34" charset="-122"/>
              </a:defRPr>
            </a:lvl1pPr>
            <a:lvl2pPr marL="717533" indent="-336542">
              <a:defRPr sz="2133" b="1" baseline="0">
                <a:latin typeface="Calibri" panose="020F0502020204030204" pitchFamily="34" charset="0"/>
                <a:ea typeface="Microsoft YaHei" panose="020B0503020204020204" pitchFamily="34" charset="-122"/>
              </a:defRPr>
            </a:lvl2pPr>
            <a:lvl3pPr marL="994808" indent="-268811">
              <a:defRPr sz="1600" baseline="0">
                <a:latin typeface="+mj-lt"/>
                <a:ea typeface="Microsoft YaHei" panose="020B0503020204020204" pitchFamily="34" charset="-122"/>
              </a:defRPr>
            </a:lvl3pPr>
            <a:lvl4pPr marL="1236102" indent="-258227">
              <a:defRPr baseline="0">
                <a:latin typeface="+mj-lt"/>
                <a:ea typeface="Microsoft YaHei" panose="020B0503020204020204" pitchFamily="34" charset="-122"/>
              </a:defRPr>
            </a:lvl4pPr>
            <a:lvl5pPr marL="1504913" indent="-260344">
              <a:defRPr baseline="0">
                <a:latin typeface="+mj-lt"/>
                <a:ea typeface="Microsoft YaHei" panose="020B0503020204020204" pitchFamily="34" charset="-122"/>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8"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solidFill>
                  <a:srgbClr val="F39A1E"/>
                </a:solidFill>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718373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lte only">
    <p:bg>
      <p:bgRef idx="1001">
        <a:schemeClr val="bg1"/>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8"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solidFill>
                  <a:srgbClr val="F39A1E"/>
                </a:solidFill>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0375352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空白">
    <p:bg>
      <p:bgRef idx="1001">
        <a:schemeClr val="bg1"/>
      </p:bgRef>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Tree>
    <p:extLst>
      <p:ext uri="{BB962C8B-B14F-4D97-AF65-F5344CB8AC3E}">
        <p14:creationId xmlns:p14="http://schemas.microsoft.com/office/powerpoint/2010/main" val="22622919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s with subtitles">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415DD189-F23A-4A72-A8E7-12D5CE2E8541}"/>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n-lt"/>
              </a:defRPr>
            </a:lvl1pPr>
          </a:lstStyle>
          <a:p>
            <a:fld id="{54C44DAA-E0B8-488B-BA43-C0A7DD2FB442}" type="slidenum">
              <a:rPr lang="en-US" smtClean="0"/>
              <a:t>‹#›</a:t>
            </a:fld>
            <a:endParaRPr lang="en-US"/>
          </a:p>
        </p:txBody>
      </p:sp>
      <p:sp>
        <p:nvSpPr>
          <p:cNvPr id="13" name="文字版面配置區 24">
            <a:extLst>
              <a:ext uri="{FF2B5EF4-FFF2-40B4-BE49-F238E27FC236}">
                <a16:creationId xmlns:a16="http://schemas.microsoft.com/office/drawing/2014/main" id="{0102C623-39B7-482D-AB86-93A92F37124F}"/>
              </a:ext>
            </a:extLst>
          </p:cNvPr>
          <p:cNvSpPr>
            <a:spLocks noGrp="1"/>
          </p:cNvSpPr>
          <p:nvPr>
            <p:ph type="body" sz="quarter" idx="16" hasCustomPrompt="1"/>
          </p:nvPr>
        </p:nvSpPr>
        <p:spPr>
          <a:xfrm>
            <a:off x="432697" y="2424025"/>
            <a:ext cx="10974383" cy="3405241"/>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1600" b="0" baseline="0">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21" name="文字版面配置區 24">
            <a:extLst>
              <a:ext uri="{FF2B5EF4-FFF2-40B4-BE49-F238E27FC236}">
                <a16:creationId xmlns:a16="http://schemas.microsoft.com/office/drawing/2014/main" id="{926391ED-A1C2-4413-B9C5-9DD36AFED359}"/>
              </a:ext>
            </a:extLst>
          </p:cNvPr>
          <p:cNvSpPr>
            <a:spLocks noGrp="1"/>
          </p:cNvSpPr>
          <p:nvPr>
            <p:ph type="body" sz="quarter" idx="19" hasCustomPrompt="1"/>
          </p:nvPr>
        </p:nvSpPr>
        <p:spPr>
          <a:xfrm>
            <a:off x="432696" y="1877465"/>
            <a:ext cx="10974381"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2133" b="1" baseline="0">
                <a:latin typeface="Calibri" panose="020F0502020204030204" pitchFamily="34" charset="0"/>
                <a:ea typeface="Microsoft YaHei" panose="020B0503020204020204" pitchFamily="34" charset="-122"/>
              </a:defRPr>
            </a:lvl1pPr>
          </a:lstStyle>
          <a:p>
            <a:pPr lvl="0"/>
            <a:r>
              <a:rPr lang="en-US" altLang="zh-TW" dirty="0"/>
              <a:t>Body Text Title/Calibri/Bold/16pts</a:t>
            </a:r>
          </a:p>
        </p:txBody>
      </p:sp>
      <p:sp>
        <p:nvSpPr>
          <p:cNvPr id="22" name="文字版面配置區 24">
            <a:extLst>
              <a:ext uri="{FF2B5EF4-FFF2-40B4-BE49-F238E27FC236}">
                <a16:creationId xmlns:a16="http://schemas.microsoft.com/office/drawing/2014/main" id="{31CC0E0B-144B-478C-975D-2C5721C221AE}"/>
              </a:ext>
            </a:extLst>
          </p:cNvPr>
          <p:cNvSpPr>
            <a:spLocks noGrp="1"/>
          </p:cNvSpPr>
          <p:nvPr>
            <p:ph type="body" sz="quarter" idx="18" hasCustomPrompt="1"/>
          </p:nvPr>
        </p:nvSpPr>
        <p:spPr>
          <a:xfrm>
            <a:off x="432695" y="5902746"/>
            <a:ext cx="4088029"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1200" b="0" baseline="0">
                <a:latin typeface="Calibri" panose="020F0502020204030204" pitchFamily="34" charset="0"/>
                <a:ea typeface="Microsoft YaHei" panose="020B0503020204020204" pitchFamily="34" charset="-122"/>
              </a:defRPr>
            </a:lvl1pPr>
          </a:lstStyle>
          <a:p>
            <a:pPr lvl="0"/>
            <a:r>
              <a:rPr lang="en-US" altLang="zh-TW" dirty="0"/>
              <a:t>*Source:  Body text goes here in sentence case 9pts.</a:t>
            </a:r>
          </a:p>
        </p:txBody>
      </p:sp>
      <p:sp>
        <p:nvSpPr>
          <p:cNvPr id="24" name="文字版面配置區 24">
            <a:extLst>
              <a:ext uri="{FF2B5EF4-FFF2-40B4-BE49-F238E27FC236}">
                <a16:creationId xmlns:a16="http://schemas.microsoft.com/office/drawing/2014/main" id="{374059BD-775E-44E1-A833-94858E63EA60}"/>
              </a:ext>
            </a:extLst>
          </p:cNvPr>
          <p:cNvSpPr>
            <a:spLocks noGrp="1"/>
          </p:cNvSpPr>
          <p:nvPr>
            <p:ph type="body" sz="quarter" idx="14" hasCustomPrompt="1"/>
          </p:nvPr>
        </p:nvSpPr>
        <p:spPr>
          <a:xfrm>
            <a:off x="432695" y="1330907"/>
            <a:ext cx="10974383"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2667" b="1" baseline="0">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Subtitle/Calibri/Bold/20pts</a:t>
            </a:r>
            <a:endParaRPr lang="zh-TW" altLang="en-US" dirty="0"/>
          </a:p>
        </p:txBody>
      </p:sp>
      <p:sp>
        <p:nvSpPr>
          <p:cNvPr id="9"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solidFill>
                  <a:srgbClr val="F39A1E"/>
                </a:solidFill>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886465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map">
    <p:spTree>
      <p:nvGrpSpPr>
        <p:cNvPr id="1" name=""/>
        <p:cNvGrpSpPr/>
        <p:nvPr/>
      </p:nvGrpSpPr>
      <p:grpSpPr>
        <a:xfrm>
          <a:off x="0" y="0"/>
          <a:ext cx="0" cy="0"/>
          <a:chOff x="0" y="0"/>
          <a:chExt cx="0" cy="0"/>
        </a:xfrm>
      </p:grpSpPr>
      <p:pic>
        <p:nvPicPr>
          <p:cNvPr id="4" name="圖片 3" descr="一張含有 室外 的圖片&#10;&#10;描述是以高可信度產生">
            <a:extLst>
              <a:ext uri="{FF2B5EF4-FFF2-40B4-BE49-F238E27FC236}">
                <a16:creationId xmlns:a16="http://schemas.microsoft.com/office/drawing/2014/main" id="{DC2D0D50-67E3-4F36-B468-7911E277F4E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58035" y="1001987"/>
            <a:ext cx="10631751" cy="5297213"/>
          </a:xfrm>
          <a:prstGeom prst="rect">
            <a:avLst/>
          </a:prstGeom>
        </p:spPr>
      </p:pic>
      <p:sp>
        <p:nvSpPr>
          <p:cNvPr id="9" name="Slide Number Placeholder 5">
            <a:extLst>
              <a:ext uri="{FF2B5EF4-FFF2-40B4-BE49-F238E27FC236}">
                <a16:creationId xmlns:a16="http://schemas.microsoft.com/office/drawing/2014/main" id="{A3CB8DE1-4449-4EF9-9297-7B9F3166769A}"/>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13"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742116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Title+map">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A3CB8DE1-4449-4EF9-9297-7B9F3166769A}"/>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12" name="文字版面配置區 18">
            <a:extLst>
              <a:ext uri="{FF2B5EF4-FFF2-40B4-BE49-F238E27FC236}">
                <a16:creationId xmlns:a16="http://schemas.microsoft.com/office/drawing/2014/main" id="{5EC7FBC4-8594-4342-90DE-025774DA1F55}"/>
              </a:ext>
            </a:extLst>
          </p:cNvPr>
          <p:cNvSpPr>
            <a:spLocks noGrp="1"/>
          </p:cNvSpPr>
          <p:nvPr>
            <p:ph type="body" sz="quarter" idx="15" hasCustomPrompt="1"/>
          </p:nvPr>
        </p:nvSpPr>
        <p:spPr>
          <a:xfrm>
            <a:off x="-1" y="1652782"/>
            <a:ext cx="4089376" cy="590479"/>
          </a:xfrm>
          <a:prstGeom prst="rect">
            <a:avLst/>
          </a:prstGeom>
          <a:solidFill>
            <a:srgbClr val="FFCA05"/>
          </a:solidFill>
        </p:spPr>
        <p:txBody>
          <a:bodyPr anchor="ctr"/>
          <a:lstStyle>
            <a:lvl1pPr marL="0" indent="0" algn="ctr">
              <a:buNone/>
              <a:defRPr sz="2133" baseline="0">
                <a:solidFill>
                  <a:schemeClr val="bg1"/>
                </a:solidFill>
                <a:latin typeface="Calibri" panose="020F0502020204030204" pitchFamily="34" charset="0"/>
                <a:ea typeface="Microsoft YaHei" panose="020B0503020204020204" pitchFamily="34" charset="-122"/>
                <a:cs typeface="Calibri Light" panose="020F0302020204030204" pitchFamily="34" charset="0"/>
              </a:defRPr>
            </a:lvl1pPr>
          </a:lstStyle>
          <a:p>
            <a:pPr lvl="0"/>
            <a:r>
              <a:rPr lang="en-US" altLang="zh-TW" dirty="0"/>
              <a:t>Body text/Calibri/16pts</a:t>
            </a:r>
            <a:endParaRPr lang="zh-TW" altLang="en-US" dirty="0"/>
          </a:p>
        </p:txBody>
      </p:sp>
      <p:sp>
        <p:nvSpPr>
          <p:cNvPr id="13" name="文字版面配置區 18">
            <a:extLst>
              <a:ext uri="{FF2B5EF4-FFF2-40B4-BE49-F238E27FC236}">
                <a16:creationId xmlns:a16="http://schemas.microsoft.com/office/drawing/2014/main" id="{E7D79B96-7A21-4C0C-B47D-23C03655A49D}"/>
              </a:ext>
            </a:extLst>
          </p:cNvPr>
          <p:cNvSpPr>
            <a:spLocks noGrp="1"/>
          </p:cNvSpPr>
          <p:nvPr>
            <p:ph type="body" sz="quarter" idx="17" hasCustomPrompt="1"/>
          </p:nvPr>
        </p:nvSpPr>
        <p:spPr>
          <a:xfrm>
            <a:off x="1" y="5033032"/>
            <a:ext cx="4051308" cy="1093387"/>
          </a:xfrm>
          <a:prstGeom prst="rect">
            <a:avLst/>
          </a:prstGeom>
          <a:solidFill>
            <a:srgbClr val="FFCA05"/>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cs typeface="Calibri Light" panose="020F0302020204030204" pitchFamily="34" charset="0"/>
              </a:defRPr>
            </a:lvl1pPr>
          </a:lstStyle>
          <a:p>
            <a:pPr lvl="0"/>
            <a:r>
              <a:rPr lang="en-US" altLang="zh-TW" dirty="0"/>
              <a:t>Body text/Calibri/12pts</a:t>
            </a:r>
            <a:endParaRPr lang="zh-TW" altLang="en-US" dirty="0"/>
          </a:p>
        </p:txBody>
      </p:sp>
      <p:sp>
        <p:nvSpPr>
          <p:cNvPr id="14" name="圖片版面配置區 5">
            <a:extLst>
              <a:ext uri="{FF2B5EF4-FFF2-40B4-BE49-F238E27FC236}">
                <a16:creationId xmlns:a16="http://schemas.microsoft.com/office/drawing/2014/main" id="{FA7B9CDC-6840-44D5-B7F4-B7A5C7F1EC00}"/>
              </a:ext>
            </a:extLst>
          </p:cNvPr>
          <p:cNvSpPr>
            <a:spLocks noGrp="1"/>
          </p:cNvSpPr>
          <p:nvPr>
            <p:ph type="pic" sz="quarter" idx="18" hasCustomPrompt="1"/>
          </p:nvPr>
        </p:nvSpPr>
        <p:spPr>
          <a:xfrm>
            <a:off x="-1" y="2243259"/>
            <a:ext cx="4051309" cy="2789772"/>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5" name="文字版面配置區 18">
            <a:extLst>
              <a:ext uri="{FF2B5EF4-FFF2-40B4-BE49-F238E27FC236}">
                <a16:creationId xmlns:a16="http://schemas.microsoft.com/office/drawing/2014/main" id="{266BDB66-2D52-4EC8-9493-68E1F60A8A43}"/>
              </a:ext>
            </a:extLst>
          </p:cNvPr>
          <p:cNvSpPr>
            <a:spLocks noGrp="1"/>
          </p:cNvSpPr>
          <p:nvPr>
            <p:ph type="body" sz="quarter" idx="19" hasCustomPrompt="1"/>
          </p:nvPr>
        </p:nvSpPr>
        <p:spPr>
          <a:xfrm>
            <a:off x="4051311" y="1652782"/>
            <a:ext cx="4089376" cy="590479"/>
          </a:xfrm>
          <a:prstGeom prst="rect">
            <a:avLst/>
          </a:prstGeom>
          <a:solidFill>
            <a:srgbClr val="69BE28"/>
          </a:solidFill>
        </p:spPr>
        <p:txBody>
          <a:bodyPr anchor="ctr"/>
          <a:lstStyle>
            <a:lvl1pPr marL="0" indent="0" algn="ctr">
              <a:buNone/>
              <a:defRPr sz="2133" baseline="0">
                <a:solidFill>
                  <a:schemeClr val="bg1"/>
                </a:solidFill>
                <a:latin typeface="Calibri" panose="020F0502020204030204" pitchFamily="34" charset="0"/>
                <a:ea typeface="Microsoft YaHei" panose="020B0503020204020204" pitchFamily="34" charset="-122"/>
                <a:cs typeface="Calibri Light" panose="020F0302020204030204" pitchFamily="34" charset="0"/>
              </a:defRPr>
            </a:lvl1pPr>
          </a:lstStyle>
          <a:p>
            <a:pPr lvl="0"/>
            <a:r>
              <a:rPr lang="en-US" altLang="zh-TW" dirty="0"/>
              <a:t>Body text/Calibri/16pts</a:t>
            </a:r>
            <a:endParaRPr lang="zh-TW" altLang="en-US" dirty="0"/>
          </a:p>
        </p:txBody>
      </p:sp>
      <p:sp>
        <p:nvSpPr>
          <p:cNvPr id="16" name="文字版面配置區 18">
            <a:extLst>
              <a:ext uri="{FF2B5EF4-FFF2-40B4-BE49-F238E27FC236}">
                <a16:creationId xmlns:a16="http://schemas.microsoft.com/office/drawing/2014/main" id="{3C31F96A-9B22-4F64-960B-01D384DE939C}"/>
              </a:ext>
            </a:extLst>
          </p:cNvPr>
          <p:cNvSpPr>
            <a:spLocks noGrp="1"/>
          </p:cNvSpPr>
          <p:nvPr>
            <p:ph type="body" sz="quarter" idx="20" hasCustomPrompt="1"/>
          </p:nvPr>
        </p:nvSpPr>
        <p:spPr>
          <a:xfrm>
            <a:off x="4051312" y="5027887"/>
            <a:ext cx="4051309" cy="1093387"/>
          </a:xfrm>
          <a:prstGeom prst="rect">
            <a:avLst/>
          </a:prstGeom>
          <a:solidFill>
            <a:srgbClr val="69BE28"/>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cs typeface="Calibri Light" panose="020F0302020204030204" pitchFamily="34" charset="0"/>
              </a:defRPr>
            </a:lvl1pPr>
          </a:lstStyle>
          <a:p>
            <a:pPr lvl="0"/>
            <a:r>
              <a:rPr lang="en-US" altLang="zh-TW" dirty="0"/>
              <a:t>Body text/Calibri/12pts</a:t>
            </a:r>
            <a:endParaRPr lang="zh-TW" altLang="en-US" dirty="0"/>
          </a:p>
        </p:txBody>
      </p:sp>
      <p:sp>
        <p:nvSpPr>
          <p:cNvPr id="17" name="圖片版面配置區 5">
            <a:extLst>
              <a:ext uri="{FF2B5EF4-FFF2-40B4-BE49-F238E27FC236}">
                <a16:creationId xmlns:a16="http://schemas.microsoft.com/office/drawing/2014/main" id="{A298E8CE-357A-4140-B5E4-AD22FD39D943}"/>
              </a:ext>
            </a:extLst>
          </p:cNvPr>
          <p:cNvSpPr>
            <a:spLocks noGrp="1"/>
          </p:cNvSpPr>
          <p:nvPr>
            <p:ph type="pic" sz="quarter" idx="21" hasCustomPrompt="1"/>
          </p:nvPr>
        </p:nvSpPr>
        <p:spPr>
          <a:xfrm>
            <a:off x="4051311" y="2243259"/>
            <a:ext cx="4051311" cy="2789772"/>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8" name="文字版面配置區 18">
            <a:extLst>
              <a:ext uri="{FF2B5EF4-FFF2-40B4-BE49-F238E27FC236}">
                <a16:creationId xmlns:a16="http://schemas.microsoft.com/office/drawing/2014/main" id="{33C4F6F6-31CE-4FD9-A3D7-A7D1D0FC0738}"/>
              </a:ext>
            </a:extLst>
          </p:cNvPr>
          <p:cNvSpPr>
            <a:spLocks noGrp="1"/>
          </p:cNvSpPr>
          <p:nvPr>
            <p:ph type="body" sz="quarter" idx="22" hasCustomPrompt="1"/>
          </p:nvPr>
        </p:nvSpPr>
        <p:spPr>
          <a:xfrm>
            <a:off x="8102624" y="1652782"/>
            <a:ext cx="4089376" cy="590479"/>
          </a:xfrm>
          <a:prstGeom prst="rect">
            <a:avLst/>
          </a:prstGeom>
          <a:solidFill>
            <a:schemeClr val="accent3"/>
          </a:solidFill>
        </p:spPr>
        <p:txBody>
          <a:bodyPr anchor="ctr"/>
          <a:lstStyle>
            <a:lvl1pPr marL="0" indent="0" algn="ctr">
              <a:buNone/>
              <a:defRPr sz="2133" baseline="0">
                <a:solidFill>
                  <a:schemeClr val="bg1"/>
                </a:solidFill>
                <a:latin typeface="Calibri" panose="020F0502020204030204" pitchFamily="34" charset="0"/>
                <a:ea typeface="Microsoft YaHei" panose="020B0503020204020204" pitchFamily="34" charset="-122"/>
                <a:cs typeface="Calibri Light" panose="020F0302020204030204" pitchFamily="34" charset="0"/>
              </a:defRPr>
            </a:lvl1pPr>
          </a:lstStyle>
          <a:p>
            <a:pPr lvl="0"/>
            <a:r>
              <a:rPr lang="en-US" altLang="zh-TW" dirty="0"/>
              <a:t>Body text/Calibri/16pts</a:t>
            </a:r>
            <a:endParaRPr lang="zh-TW" altLang="en-US" dirty="0"/>
          </a:p>
        </p:txBody>
      </p:sp>
      <p:sp>
        <p:nvSpPr>
          <p:cNvPr id="19" name="文字版面配置區 18">
            <a:extLst>
              <a:ext uri="{FF2B5EF4-FFF2-40B4-BE49-F238E27FC236}">
                <a16:creationId xmlns:a16="http://schemas.microsoft.com/office/drawing/2014/main" id="{0BEF69B6-881A-4FBB-BBB0-3A32C94FE729}"/>
              </a:ext>
            </a:extLst>
          </p:cNvPr>
          <p:cNvSpPr>
            <a:spLocks noGrp="1"/>
          </p:cNvSpPr>
          <p:nvPr>
            <p:ph type="body" sz="quarter" idx="23" hasCustomPrompt="1"/>
          </p:nvPr>
        </p:nvSpPr>
        <p:spPr>
          <a:xfrm>
            <a:off x="8102625" y="5027887"/>
            <a:ext cx="4089376" cy="1093387"/>
          </a:xfrm>
          <a:prstGeom prst="rect">
            <a:avLst/>
          </a:prstGeom>
          <a:solidFill>
            <a:schemeClr val="accent3"/>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cs typeface="Calibri Light" panose="020F0302020204030204" pitchFamily="34" charset="0"/>
              </a:defRPr>
            </a:lvl1pPr>
          </a:lstStyle>
          <a:p>
            <a:pPr lvl="0"/>
            <a:r>
              <a:rPr lang="en-US" altLang="zh-TW" dirty="0"/>
              <a:t>Body text/Calibri/12pts</a:t>
            </a:r>
            <a:endParaRPr lang="zh-TW" altLang="en-US" dirty="0"/>
          </a:p>
        </p:txBody>
      </p:sp>
      <p:sp>
        <p:nvSpPr>
          <p:cNvPr id="20" name="圖片版面配置區 5">
            <a:extLst>
              <a:ext uri="{FF2B5EF4-FFF2-40B4-BE49-F238E27FC236}">
                <a16:creationId xmlns:a16="http://schemas.microsoft.com/office/drawing/2014/main" id="{2B47372B-F0BA-4731-9A36-256296AEF419}"/>
              </a:ext>
            </a:extLst>
          </p:cNvPr>
          <p:cNvSpPr>
            <a:spLocks noGrp="1"/>
          </p:cNvSpPr>
          <p:nvPr>
            <p:ph type="pic" sz="quarter" idx="24" hasCustomPrompt="1"/>
          </p:nvPr>
        </p:nvSpPr>
        <p:spPr>
          <a:xfrm>
            <a:off x="8102625" y="2243259"/>
            <a:ext cx="4089375" cy="2789772"/>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22"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864799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2_Title+map">
    <p:spTree>
      <p:nvGrpSpPr>
        <p:cNvPr id="1" name=""/>
        <p:cNvGrpSpPr/>
        <p:nvPr/>
      </p:nvGrpSpPr>
      <p:grpSpPr>
        <a:xfrm>
          <a:off x="0" y="0"/>
          <a:ext cx="0" cy="0"/>
          <a:chOff x="0" y="0"/>
          <a:chExt cx="0" cy="0"/>
        </a:xfrm>
      </p:grpSpPr>
      <p:sp>
        <p:nvSpPr>
          <p:cNvPr id="21" name="圖片版面配置區 5">
            <a:extLst>
              <a:ext uri="{FF2B5EF4-FFF2-40B4-BE49-F238E27FC236}">
                <a16:creationId xmlns:a16="http://schemas.microsoft.com/office/drawing/2014/main" id="{AB03D790-2F34-40F2-BD7D-3FFB88E5F7EF}"/>
              </a:ext>
            </a:extLst>
          </p:cNvPr>
          <p:cNvSpPr>
            <a:spLocks noGrp="1"/>
          </p:cNvSpPr>
          <p:nvPr>
            <p:ph type="pic" sz="quarter" idx="15" hasCustomPrompt="1"/>
          </p:nvPr>
        </p:nvSpPr>
        <p:spPr>
          <a:xfrm>
            <a:off x="1" y="1698297"/>
            <a:ext cx="12192001" cy="4544489"/>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22" name="Slide Number Placeholder 5">
            <a:extLst>
              <a:ext uri="{FF2B5EF4-FFF2-40B4-BE49-F238E27FC236}">
                <a16:creationId xmlns:a16="http://schemas.microsoft.com/office/drawing/2014/main" id="{ABE3C7CC-BFCC-4188-95AF-7C83305BB32B}"/>
              </a:ext>
            </a:extLst>
          </p:cNvPr>
          <p:cNvSpPr txBox="1">
            <a:spLocks/>
          </p:cNvSpPr>
          <p:nvPr/>
        </p:nvSpPr>
        <p:spPr>
          <a:xfrm>
            <a:off x="11389786" y="6484989"/>
            <a:ext cx="370415" cy="144000"/>
          </a:xfrm>
          <a:prstGeom prst="rect">
            <a:avLst/>
          </a:prstGeom>
        </p:spPr>
        <p:txBody>
          <a:bodyPr vert="horz" lIns="0" tIns="0" rIns="0" bIns="0" rtlCol="0" anchor="ctr"/>
          <a:lstStyle>
            <a:defPPr>
              <a:defRPr lang="en-US"/>
            </a:defPPr>
            <a:lvl1pPr marL="0" algn="r" defTabSz="914400" rtl="0" eaLnBrk="1" latinLnBrk="0" hangingPunct="1">
              <a:defRPr sz="1000" kern="1200">
                <a:solidFill>
                  <a:schemeClr val="tx1">
                    <a:tint val="75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EF9A4B-07C9-404C-9053-A3A2AC3AD5D6}" type="slidenum">
              <a:rPr lang="en-GB" sz="800" smtClean="0"/>
              <a:pPr/>
              <a:t>‹#›</a:t>
            </a:fld>
            <a:endParaRPr lang="en-GB" sz="800" dirty="0"/>
          </a:p>
        </p:txBody>
      </p:sp>
      <p:sp>
        <p:nvSpPr>
          <p:cNvPr id="13"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微軟正黑體" panose="020B0604030504040204" pitchFamily="34" charset="-120"/>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603477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Content+Media_4">
    <p:spTree>
      <p:nvGrpSpPr>
        <p:cNvPr id="1" name=""/>
        <p:cNvGrpSpPr/>
        <p:nvPr/>
      </p:nvGrpSpPr>
      <p:grpSpPr>
        <a:xfrm>
          <a:off x="0" y="0"/>
          <a:ext cx="0" cy="0"/>
          <a:chOff x="0" y="0"/>
          <a:chExt cx="0" cy="0"/>
        </a:xfrm>
      </p:grpSpPr>
      <p:sp>
        <p:nvSpPr>
          <p:cNvPr id="6" name="文字版面配置區 18">
            <a:extLst>
              <a:ext uri="{FF2B5EF4-FFF2-40B4-BE49-F238E27FC236}">
                <a16:creationId xmlns:a16="http://schemas.microsoft.com/office/drawing/2014/main" id="{94F6F4E3-E8D1-4DC2-B0CA-56809F531971}"/>
              </a:ext>
            </a:extLst>
          </p:cNvPr>
          <p:cNvSpPr>
            <a:spLocks noGrp="1"/>
          </p:cNvSpPr>
          <p:nvPr>
            <p:ph type="body" sz="quarter" idx="15" hasCustomPrompt="1"/>
          </p:nvPr>
        </p:nvSpPr>
        <p:spPr>
          <a:xfrm>
            <a:off x="11199" y="1652782"/>
            <a:ext cx="3046360" cy="590479"/>
          </a:xfrm>
          <a:prstGeom prst="rect">
            <a:avLst/>
          </a:prstGeom>
          <a:solidFill>
            <a:srgbClr val="FFCA05"/>
          </a:solidFill>
        </p:spPr>
        <p:txBody>
          <a:bodyPr anchor="ctr"/>
          <a:lstStyle>
            <a:lvl1pPr marL="0" indent="0" algn="ctr">
              <a:buNone/>
              <a:defRPr sz="2133" b="1"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7" name="文字版面配置區 18">
            <a:extLst>
              <a:ext uri="{FF2B5EF4-FFF2-40B4-BE49-F238E27FC236}">
                <a16:creationId xmlns:a16="http://schemas.microsoft.com/office/drawing/2014/main" id="{E6608BD1-147C-46FB-9D31-B120B8336A37}"/>
              </a:ext>
            </a:extLst>
          </p:cNvPr>
          <p:cNvSpPr>
            <a:spLocks noGrp="1"/>
          </p:cNvSpPr>
          <p:nvPr>
            <p:ph type="body" sz="quarter" idx="17" hasCustomPrompt="1"/>
          </p:nvPr>
        </p:nvSpPr>
        <p:spPr>
          <a:xfrm>
            <a:off x="0" y="5027887"/>
            <a:ext cx="3055499" cy="1093387"/>
          </a:xfrm>
          <a:prstGeom prst="rect">
            <a:avLst/>
          </a:prstGeom>
          <a:solidFill>
            <a:srgbClr val="FFCA05"/>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8" name="圖片版面配置區 5">
            <a:extLst>
              <a:ext uri="{FF2B5EF4-FFF2-40B4-BE49-F238E27FC236}">
                <a16:creationId xmlns:a16="http://schemas.microsoft.com/office/drawing/2014/main" id="{746E0EF0-E653-4F9A-A28C-A9866E6936CF}"/>
              </a:ext>
            </a:extLst>
          </p:cNvPr>
          <p:cNvSpPr>
            <a:spLocks noGrp="1"/>
          </p:cNvSpPr>
          <p:nvPr>
            <p:ph type="pic" sz="quarter" idx="18" hasCustomPrompt="1"/>
          </p:nvPr>
        </p:nvSpPr>
        <p:spPr>
          <a:xfrm>
            <a:off x="-3" y="2243260"/>
            <a:ext cx="3048000" cy="2784627"/>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9" name="文字版面配置區 18">
            <a:extLst>
              <a:ext uri="{FF2B5EF4-FFF2-40B4-BE49-F238E27FC236}">
                <a16:creationId xmlns:a16="http://schemas.microsoft.com/office/drawing/2014/main" id="{A8EB9369-73F7-40EF-926B-8E8F9DCA2A37}"/>
              </a:ext>
            </a:extLst>
          </p:cNvPr>
          <p:cNvSpPr>
            <a:spLocks noGrp="1"/>
          </p:cNvSpPr>
          <p:nvPr>
            <p:ph type="body" sz="quarter" idx="19" hasCustomPrompt="1"/>
          </p:nvPr>
        </p:nvSpPr>
        <p:spPr>
          <a:xfrm>
            <a:off x="3059620" y="1652782"/>
            <a:ext cx="3055225" cy="590479"/>
          </a:xfrm>
          <a:prstGeom prst="rect">
            <a:avLst/>
          </a:prstGeom>
          <a:solidFill>
            <a:srgbClr val="69BE28"/>
          </a:solidFill>
        </p:spPr>
        <p:txBody>
          <a:bodyPr anchor="ctr"/>
          <a:lstStyle>
            <a:lvl1pPr marL="0" marR="0" indent="0" algn="ctr" defTabSz="1219170" rtl="0" eaLnBrk="1" fontAlgn="auto" latinLnBrk="0" hangingPunct="1">
              <a:lnSpc>
                <a:spcPct val="90000"/>
              </a:lnSpc>
              <a:spcBef>
                <a:spcPts val="1600"/>
              </a:spcBef>
              <a:spcAft>
                <a:spcPts val="0"/>
              </a:spcAft>
              <a:buClrTx/>
              <a:buSzTx/>
              <a:buFont typeface="Arial" panose="020B0604020202020204" pitchFamily="34" charset="0"/>
              <a:buNone/>
              <a:tabLst/>
              <a:defRPr sz="2133" b="1" baseline="0">
                <a:solidFill>
                  <a:schemeClr val="bg1"/>
                </a:solidFill>
                <a:latin typeface="Calibri" panose="020F0502020204030204" pitchFamily="34" charset="0"/>
                <a:ea typeface="Microsoft YaHei" panose="020B0503020204020204" pitchFamily="34" charset="-122"/>
              </a:defRPr>
            </a:lvl1pPr>
          </a:lstStyle>
          <a:p>
            <a:pPr marL="0" marR="0" lvl="0" indent="0" algn="ctr"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Body text/Calibri/16pts</a:t>
            </a:r>
          </a:p>
        </p:txBody>
      </p:sp>
      <p:sp>
        <p:nvSpPr>
          <p:cNvPr id="10" name="文字版面配置區 18">
            <a:extLst>
              <a:ext uri="{FF2B5EF4-FFF2-40B4-BE49-F238E27FC236}">
                <a16:creationId xmlns:a16="http://schemas.microsoft.com/office/drawing/2014/main" id="{A4EB6D35-3FED-4EA7-812B-8D9A1B299B49}"/>
              </a:ext>
            </a:extLst>
          </p:cNvPr>
          <p:cNvSpPr>
            <a:spLocks noGrp="1"/>
          </p:cNvSpPr>
          <p:nvPr>
            <p:ph type="body" sz="quarter" idx="20" hasCustomPrompt="1"/>
          </p:nvPr>
        </p:nvSpPr>
        <p:spPr>
          <a:xfrm>
            <a:off x="3048419" y="5027887"/>
            <a:ext cx="3057600" cy="1093387"/>
          </a:xfrm>
          <a:prstGeom prst="rect">
            <a:avLst/>
          </a:prstGeom>
          <a:solidFill>
            <a:srgbClr val="69BE28"/>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11" name="圖片版面配置區 5">
            <a:extLst>
              <a:ext uri="{FF2B5EF4-FFF2-40B4-BE49-F238E27FC236}">
                <a16:creationId xmlns:a16="http://schemas.microsoft.com/office/drawing/2014/main" id="{341012BD-8152-49EB-B750-8ED9203DC7A7}"/>
              </a:ext>
            </a:extLst>
          </p:cNvPr>
          <p:cNvSpPr>
            <a:spLocks noGrp="1"/>
          </p:cNvSpPr>
          <p:nvPr>
            <p:ph type="pic" sz="quarter" idx="21" hasCustomPrompt="1"/>
          </p:nvPr>
        </p:nvSpPr>
        <p:spPr>
          <a:xfrm>
            <a:off x="3048419" y="2243260"/>
            <a:ext cx="3057600" cy="2784627"/>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2" name="文字版面配置區 18">
            <a:extLst>
              <a:ext uri="{FF2B5EF4-FFF2-40B4-BE49-F238E27FC236}">
                <a16:creationId xmlns:a16="http://schemas.microsoft.com/office/drawing/2014/main" id="{2A945E46-21BF-4204-B82A-311E0C5989B3}"/>
              </a:ext>
            </a:extLst>
          </p:cNvPr>
          <p:cNvSpPr>
            <a:spLocks noGrp="1"/>
          </p:cNvSpPr>
          <p:nvPr>
            <p:ph type="body" sz="quarter" idx="22" hasCustomPrompt="1"/>
          </p:nvPr>
        </p:nvSpPr>
        <p:spPr>
          <a:xfrm>
            <a:off x="6110859" y="1652782"/>
            <a:ext cx="3050740" cy="590479"/>
          </a:xfrm>
          <a:prstGeom prst="rect">
            <a:avLst/>
          </a:prstGeom>
          <a:solidFill>
            <a:schemeClr val="accent3"/>
          </a:solidFill>
        </p:spPr>
        <p:txBody>
          <a:bodyPr anchor="ctr"/>
          <a:lstStyle>
            <a:lvl1pPr marL="0" indent="0" algn="ctr">
              <a:buNone/>
              <a:defRPr sz="2133" b="1"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13" name="文字版面配置區 18">
            <a:extLst>
              <a:ext uri="{FF2B5EF4-FFF2-40B4-BE49-F238E27FC236}">
                <a16:creationId xmlns:a16="http://schemas.microsoft.com/office/drawing/2014/main" id="{B15D2412-C687-405A-87B5-0966A0787007}"/>
              </a:ext>
            </a:extLst>
          </p:cNvPr>
          <p:cNvSpPr>
            <a:spLocks noGrp="1"/>
          </p:cNvSpPr>
          <p:nvPr>
            <p:ph type="body" sz="quarter" idx="23" hasCustomPrompt="1"/>
          </p:nvPr>
        </p:nvSpPr>
        <p:spPr>
          <a:xfrm>
            <a:off x="6099659" y="5027887"/>
            <a:ext cx="3052800" cy="1093387"/>
          </a:xfrm>
          <a:prstGeom prst="rect">
            <a:avLst/>
          </a:prstGeom>
          <a:solidFill>
            <a:schemeClr val="accent3"/>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20" name="圖片版面配置區 5">
            <a:extLst>
              <a:ext uri="{FF2B5EF4-FFF2-40B4-BE49-F238E27FC236}">
                <a16:creationId xmlns:a16="http://schemas.microsoft.com/office/drawing/2014/main" id="{5D451D69-658C-4F56-915A-B2DDF385F574}"/>
              </a:ext>
            </a:extLst>
          </p:cNvPr>
          <p:cNvSpPr>
            <a:spLocks noGrp="1"/>
          </p:cNvSpPr>
          <p:nvPr>
            <p:ph type="pic" sz="quarter" idx="26" hasCustomPrompt="1"/>
          </p:nvPr>
        </p:nvSpPr>
        <p:spPr>
          <a:xfrm>
            <a:off x="6099659" y="2243257"/>
            <a:ext cx="3052800" cy="2784627"/>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9" name="文字版面配置區 18">
            <a:extLst>
              <a:ext uri="{FF2B5EF4-FFF2-40B4-BE49-F238E27FC236}">
                <a16:creationId xmlns:a16="http://schemas.microsoft.com/office/drawing/2014/main" id="{2664A5B3-17FB-451A-82B2-8B5845DFCE9E}"/>
              </a:ext>
            </a:extLst>
          </p:cNvPr>
          <p:cNvSpPr>
            <a:spLocks noGrp="1"/>
          </p:cNvSpPr>
          <p:nvPr>
            <p:ph type="body" sz="quarter" idx="25" hasCustomPrompt="1"/>
          </p:nvPr>
        </p:nvSpPr>
        <p:spPr>
          <a:xfrm>
            <a:off x="9152459" y="1652781"/>
            <a:ext cx="3050740" cy="590479"/>
          </a:xfrm>
          <a:prstGeom prst="rect">
            <a:avLst/>
          </a:prstGeom>
          <a:solidFill>
            <a:srgbClr val="E11E3C"/>
          </a:solidFill>
        </p:spPr>
        <p:txBody>
          <a:bodyPr anchor="ctr"/>
          <a:lstStyle>
            <a:lvl1pPr marL="0" marR="0" indent="0" algn="ctr" defTabSz="1219170" rtl="0" eaLnBrk="1" fontAlgn="auto" latinLnBrk="0" hangingPunct="1">
              <a:lnSpc>
                <a:spcPct val="90000"/>
              </a:lnSpc>
              <a:spcBef>
                <a:spcPts val="1600"/>
              </a:spcBef>
              <a:spcAft>
                <a:spcPts val="0"/>
              </a:spcAft>
              <a:buClrTx/>
              <a:buSzTx/>
              <a:buFont typeface="Arial" panose="020B0604020202020204" pitchFamily="34" charset="0"/>
              <a:buNone/>
              <a:tabLst/>
              <a:defRPr sz="2133" b="1"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text/Calibri/16pts</a:t>
            </a:r>
          </a:p>
        </p:txBody>
      </p:sp>
      <p:sp>
        <p:nvSpPr>
          <p:cNvPr id="21" name="圖片版面配置區 5">
            <a:extLst>
              <a:ext uri="{FF2B5EF4-FFF2-40B4-BE49-F238E27FC236}">
                <a16:creationId xmlns:a16="http://schemas.microsoft.com/office/drawing/2014/main" id="{C1F9C1EC-D04E-48C1-AB5B-9CD4F3191691}"/>
              </a:ext>
            </a:extLst>
          </p:cNvPr>
          <p:cNvSpPr>
            <a:spLocks noGrp="1"/>
          </p:cNvSpPr>
          <p:nvPr>
            <p:ph type="pic" sz="quarter" idx="27" hasCustomPrompt="1"/>
          </p:nvPr>
        </p:nvSpPr>
        <p:spPr>
          <a:xfrm>
            <a:off x="9152459" y="2243258"/>
            <a:ext cx="3050743" cy="2784627"/>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22" name="文字版面配置區 18">
            <a:extLst>
              <a:ext uri="{FF2B5EF4-FFF2-40B4-BE49-F238E27FC236}">
                <a16:creationId xmlns:a16="http://schemas.microsoft.com/office/drawing/2014/main" id="{8EBBAF9D-9D09-44E0-AE17-74DDD789997C}"/>
              </a:ext>
            </a:extLst>
          </p:cNvPr>
          <p:cNvSpPr>
            <a:spLocks noGrp="1"/>
          </p:cNvSpPr>
          <p:nvPr>
            <p:ph type="body" sz="quarter" idx="28" hasCustomPrompt="1"/>
          </p:nvPr>
        </p:nvSpPr>
        <p:spPr>
          <a:xfrm>
            <a:off x="9136502" y="5027885"/>
            <a:ext cx="3050477" cy="1093387"/>
          </a:xfrm>
          <a:prstGeom prst="rect">
            <a:avLst/>
          </a:prstGeom>
          <a:solidFill>
            <a:srgbClr val="E11E3C"/>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17" name="Slide Number Placeholder 5">
            <a:extLst>
              <a:ext uri="{FF2B5EF4-FFF2-40B4-BE49-F238E27FC236}">
                <a16:creationId xmlns:a16="http://schemas.microsoft.com/office/drawing/2014/main" id="{10528E65-22FD-4291-A407-01274D3B90FA}"/>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n-lt"/>
              </a:defRPr>
            </a:lvl1pPr>
          </a:lstStyle>
          <a:p>
            <a:fld id="{54C44DAA-E0B8-488B-BA43-C0A7DD2FB442}" type="slidenum">
              <a:rPr lang="en-US" smtClean="0"/>
              <a:t>‹#›</a:t>
            </a:fld>
            <a:endParaRPr lang="en-US"/>
          </a:p>
        </p:txBody>
      </p:sp>
      <p:sp>
        <p:nvSpPr>
          <p:cNvPr id="18" name="標題版面配置區 1"/>
          <p:cNvSpPr>
            <a:spLocks noGrp="1"/>
          </p:cNvSpPr>
          <p:nvPr>
            <p:ph type="title"/>
          </p:nvPr>
        </p:nvSpPr>
        <p:spPr>
          <a:xfrm>
            <a:off x="443000" y="236893"/>
            <a:ext cx="10957984"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2094494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Content+Media_5">
    <p:spTree>
      <p:nvGrpSpPr>
        <p:cNvPr id="1" name=""/>
        <p:cNvGrpSpPr/>
        <p:nvPr/>
      </p:nvGrpSpPr>
      <p:grpSpPr>
        <a:xfrm>
          <a:off x="0" y="0"/>
          <a:ext cx="0" cy="0"/>
          <a:chOff x="0" y="0"/>
          <a:chExt cx="0" cy="0"/>
        </a:xfrm>
      </p:grpSpPr>
      <p:sp>
        <p:nvSpPr>
          <p:cNvPr id="51" name="文字版面配置區 18">
            <a:extLst>
              <a:ext uri="{FF2B5EF4-FFF2-40B4-BE49-F238E27FC236}">
                <a16:creationId xmlns:a16="http://schemas.microsoft.com/office/drawing/2014/main" id="{94C54889-0B56-4C2C-B071-26B97FB413DB}"/>
              </a:ext>
            </a:extLst>
          </p:cNvPr>
          <p:cNvSpPr>
            <a:spLocks noGrp="1"/>
          </p:cNvSpPr>
          <p:nvPr>
            <p:ph type="body" sz="quarter" idx="17" hasCustomPrompt="1"/>
          </p:nvPr>
        </p:nvSpPr>
        <p:spPr>
          <a:xfrm>
            <a:off x="1" y="5033032"/>
            <a:ext cx="4051308" cy="1093387"/>
          </a:xfrm>
          <a:prstGeom prst="rect">
            <a:avLst/>
          </a:prstGeom>
          <a:solidFill>
            <a:srgbClr val="FFCA05"/>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2" name="圖片版面配置區 5">
            <a:extLst>
              <a:ext uri="{FF2B5EF4-FFF2-40B4-BE49-F238E27FC236}">
                <a16:creationId xmlns:a16="http://schemas.microsoft.com/office/drawing/2014/main" id="{E4ADABB1-0AF9-41A0-89CB-EECD15C83E39}"/>
              </a:ext>
            </a:extLst>
          </p:cNvPr>
          <p:cNvSpPr>
            <a:spLocks noGrp="1"/>
          </p:cNvSpPr>
          <p:nvPr>
            <p:ph type="pic" sz="quarter" idx="18" hasCustomPrompt="1"/>
          </p:nvPr>
        </p:nvSpPr>
        <p:spPr>
          <a:xfrm>
            <a:off x="-1" y="1642792"/>
            <a:ext cx="4051309" cy="3390240"/>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53" name="文字版面配置區 18">
            <a:extLst>
              <a:ext uri="{FF2B5EF4-FFF2-40B4-BE49-F238E27FC236}">
                <a16:creationId xmlns:a16="http://schemas.microsoft.com/office/drawing/2014/main" id="{83154691-5907-4558-A4CD-08A7C25A98ED}"/>
              </a:ext>
            </a:extLst>
          </p:cNvPr>
          <p:cNvSpPr>
            <a:spLocks noGrp="1"/>
          </p:cNvSpPr>
          <p:nvPr>
            <p:ph type="body" sz="quarter" idx="20" hasCustomPrompt="1"/>
          </p:nvPr>
        </p:nvSpPr>
        <p:spPr>
          <a:xfrm>
            <a:off x="4051312" y="5027887"/>
            <a:ext cx="4051309" cy="1093387"/>
          </a:xfrm>
          <a:prstGeom prst="rect">
            <a:avLst/>
          </a:prstGeom>
          <a:solidFill>
            <a:srgbClr val="69BE28"/>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4" name="圖片版面配置區 5">
            <a:extLst>
              <a:ext uri="{FF2B5EF4-FFF2-40B4-BE49-F238E27FC236}">
                <a16:creationId xmlns:a16="http://schemas.microsoft.com/office/drawing/2014/main" id="{9F5E9543-5742-4D77-97CE-64898B1CF43A}"/>
              </a:ext>
            </a:extLst>
          </p:cNvPr>
          <p:cNvSpPr>
            <a:spLocks noGrp="1"/>
          </p:cNvSpPr>
          <p:nvPr>
            <p:ph type="pic" sz="quarter" idx="21" hasCustomPrompt="1"/>
          </p:nvPr>
        </p:nvSpPr>
        <p:spPr>
          <a:xfrm>
            <a:off x="4051311" y="1642792"/>
            <a:ext cx="4051311" cy="3390240"/>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55" name="文字版面配置區 18">
            <a:extLst>
              <a:ext uri="{FF2B5EF4-FFF2-40B4-BE49-F238E27FC236}">
                <a16:creationId xmlns:a16="http://schemas.microsoft.com/office/drawing/2014/main" id="{510C9066-B83E-49DB-9DF0-C3F84CB0A170}"/>
              </a:ext>
            </a:extLst>
          </p:cNvPr>
          <p:cNvSpPr>
            <a:spLocks noGrp="1"/>
          </p:cNvSpPr>
          <p:nvPr>
            <p:ph type="body" sz="quarter" idx="23" hasCustomPrompt="1"/>
          </p:nvPr>
        </p:nvSpPr>
        <p:spPr>
          <a:xfrm>
            <a:off x="8102625" y="5027887"/>
            <a:ext cx="4089376" cy="1093387"/>
          </a:xfrm>
          <a:prstGeom prst="rect">
            <a:avLst/>
          </a:prstGeom>
          <a:solidFill>
            <a:schemeClr val="accent3"/>
          </a:solidFill>
        </p:spPr>
        <p:txBody>
          <a:bodyPr anchor="ctr"/>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6" name="圖片版面配置區 5">
            <a:extLst>
              <a:ext uri="{FF2B5EF4-FFF2-40B4-BE49-F238E27FC236}">
                <a16:creationId xmlns:a16="http://schemas.microsoft.com/office/drawing/2014/main" id="{8ECD9BC5-B71B-4F9D-A5F8-88E1049130BA}"/>
              </a:ext>
            </a:extLst>
          </p:cNvPr>
          <p:cNvSpPr>
            <a:spLocks noGrp="1"/>
          </p:cNvSpPr>
          <p:nvPr>
            <p:ph type="pic" sz="quarter" idx="24" hasCustomPrompt="1"/>
          </p:nvPr>
        </p:nvSpPr>
        <p:spPr>
          <a:xfrm>
            <a:off x="8102625" y="1642792"/>
            <a:ext cx="4089375" cy="3390240"/>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63" name="文字版面配置區 20">
            <a:extLst>
              <a:ext uri="{FF2B5EF4-FFF2-40B4-BE49-F238E27FC236}">
                <a16:creationId xmlns:a16="http://schemas.microsoft.com/office/drawing/2014/main" id="{E84AABBE-C906-4DE2-9B7E-749E90AB7A08}"/>
              </a:ext>
            </a:extLst>
          </p:cNvPr>
          <p:cNvSpPr>
            <a:spLocks noGrp="1"/>
          </p:cNvSpPr>
          <p:nvPr>
            <p:ph type="body" sz="quarter" idx="25" hasCustomPrompt="1"/>
          </p:nvPr>
        </p:nvSpPr>
        <p:spPr>
          <a:xfrm>
            <a:off x="1126993" y="3450460"/>
            <a:ext cx="1081452" cy="1587717"/>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133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1</a:t>
            </a:r>
            <a:endParaRPr lang="zh-TW" altLang="en-US" dirty="0"/>
          </a:p>
        </p:txBody>
      </p:sp>
      <p:sp>
        <p:nvSpPr>
          <p:cNvPr id="64" name="文字版面配置區 20">
            <a:extLst>
              <a:ext uri="{FF2B5EF4-FFF2-40B4-BE49-F238E27FC236}">
                <a16:creationId xmlns:a16="http://schemas.microsoft.com/office/drawing/2014/main" id="{E91BD225-CAB6-4E90-9F8F-F335537BF65D}"/>
              </a:ext>
            </a:extLst>
          </p:cNvPr>
          <p:cNvSpPr>
            <a:spLocks noGrp="1"/>
          </p:cNvSpPr>
          <p:nvPr>
            <p:ph type="body" sz="quarter" idx="26" hasCustomPrompt="1"/>
          </p:nvPr>
        </p:nvSpPr>
        <p:spPr>
          <a:xfrm>
            <a:off x="2080590" y="4299358"/>
            <a:ext cx="1081452" cy="547695"/>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4267" b="1"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zh-TW" altLang="en-US" dirty="0"/>
              <a:t>億</a:t>
            </a:r>
          </a:p>
        </p:txBody>
      </p:sp>
      <p:sp>
        <p:nvSpPr>
          <p:cNvPr id="65" name="文字版面配置區 20">
            <a:extLst>
              <a:ext uri="{FF2B5EF4-FFF2-40B4-BE49-F238E27FC236}">
                <a16:creationId xmlns:a16="http://schemas.microsoft.com/office/drawing/2014/main" id="{3A34AD3F-9140-4A65-9DAE-F7014F9578B6}"/>
              </a:ext>
            </a:extLst>
          </p:cNvPr>
          <p:cNvSpPr>
            <a:spLocks noGrp="1"/>
          </p:cNvSpPr>
          <p:nvPr>
            <p:ph type="body" sz="quarter" idx="27" hasCustomPrompt="1"/>
          </p:nvPr>
        </p:nvSpPr>
        <p:spPr>
          <a:xfrm>
            <a:off x="4895173" y="3405119"/>
            <a:ext cx="1081452" cy="1587717"/>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133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2</a:t>
            </a:r>
            <a:endParaRPr lang="zh-TW" altLang="en-US" dirty="0"/>
          </a:p>
        </p:txBody>
      </p:sp>
      <p:sp>
        <p:nvSpPr>
          <p:cNvPr id="66" name="文字版面配置區 20">
            <a:extLst>
              <a:ext uri="{FF2B5EF4-FFF2-40B4-BE49-F238E27FC236}">
                <a16:creationId xmlns:a16="http://schemas.microsoft.com/office/drawing/2014/main" id="{A083966D-F9B8-430C-93F1-940333B06F45}"/>
              </a:ext>
            </a:extLst>
          </p:cNvPr>
          <p:cNvSpPr>
            <a:spLocks noGrp="1"/>
          </p:cNvSpPr>
          <p:nvPr>
            <p:ph type="body" sz="quarter" idx="28" hasCustomPrompt="1"/>
          </p:nvPr>
        </p:nvSpPr>
        <p:spPr>
          <a:xfrm>
            <a:off x="5848769" y="4317975"/>
            <a:ext cx="1501376" cy="547695"/>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4267"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NTD</a:t>
            </a:r>
            <a:endParaRPr lang="zh-TW" altLang="en-US" dirty="0"/>
          </a:p>
        </p:txBody>
      </p:sp>
      <p:sp>
        <p:nvSpPr>
          <p:cNvPr id="67" name="文字版面配置區 20">
            <a:extLst>
              <a:ext uri="{FF2B5EF4-FFF2-40B4-BE49-F238E27FC236}">
                <a16:creationId xmlns:a16="http://schemas.microsoft.com/office/drawing/2014/main" id="{810B07CB-3E23-4C00-B891-73E329430015}"/>
              </a:ext>
            </a:extLst>
          </p:cNvPr>
          <p:cNvSpPr>
            <a:spLocks noGrp="1"/>
          </p:cNvSpPr>
          <p:nvPr>
            <p:ph type="body" sz="quarter" idx="29" hasCustomPrompt="1"/>
          </p:nvPr>
        </p:nvSpPr>
        <p:spPr>
          <a:xfrm>
            <a:off x="9415074" y="3405119"/>
            <a:ext cx="1081452" cy="1587717"/>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133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3</a:t>
            </a:r>
            <a:endParaRPr lang="zh-TW" altLang="en-US" dirty="0"/>
          </a:p>
        </p:txBody>
      </p:sp>
      <p:sp>
        <p:nvSpPr>
          <p:cNvPr id="68" name="文字版面配置區 20">
            <a:extLst>
              <a:ext uri="{FF2B5EF4-FFF2-40B4-BE49-F238E27FC236}">
                <a16:creationId xmlns:a16="http://schemas.microsoft.com/office/drawing/2014/main" id="{39A05554-0D22-4D7A-B41F-49142CACADAE}"/>
              </a:ext>
            </a:extLst>
          </p:cNvPr>
          <p:cNvSpPr>
            <a:spLocks noGrp="1"/>
          </p:cNvSpPr>
          <p:nvPr>
            <p:ph type="body" sz="quarter" idx="30" hasCustomPrompt="1"/>
          </p:nvPr>
        </p:nvSpPr>
        <p:spPr>
          <a:xfrm>
            <a:off x="10368671" y="4317975"/>
            <a:ext cx="613831" cy="547695"/>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4267"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a:t>
            </a:r>
            <a:endParaRPr lang="zh-TW" altLang="en-US" dirty="0"/>
          </a:p>
          <a:p>
            <a:pPr lvl="0"/>
            <a:endParaRPr lang="zh-TW" altLang="en-US" dirty="0"/>
          </a:p>
        </p:txBody>
      </p:sp>
      <p:sp>
        <p:nvSpPr>
          <p:cNvPr id="69" name="Slide Number Placeholder 5">
            <a:extLst>
              <a:ext uri="{FF2B5EF4-FFF2-40B4-BE49-F238E27FC236}">
                <a16:creationId xmlns:a16="http://schemas.microsoft.com/office/drawing/2014/main" id="{7B29BBBD-3AC2-4704-9937-C6A4A785F0E2}"/>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n-lt"/>
              </a:defRPr>
            </a:lvl1pPr>
          </a:lstStyle>
          <a:p>
            <a:fld id="{54C44DAA-E0B8-488B-BA43-C0A7DD2FB442}" type="slidenum">
              <a:rPr lang="en-US" smtClean="0"/>
              <a:t>‹#›</a:t>
            </a:fld>
            <a:endParaRPr lang="en-US"/>
          </a:p>
        </p:txBody>
      </p:sp>
      <p:sp>
        <p:nvSpPr>
          <p:cNvPr id="17"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596166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Content_1">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7F3511B9-1220-48E6-B393-404168BBFEC4}"/>
              </a:ext>
            </a:extLst>
          </p:cNvPr>
          <p:cNvSpPr>
            <a:spLocks noGrp="1"/>
          </p:cNvSpPr>
          <p:nvPr>
            <p:ph type="sldNum" sz="quarter" idx="10"/>
          </p:nvPr>
        </p:nvSpPr>
        <p:spPr/>
        <p:txBody>
          <a:bodyPr/>
          <a:lstStyle>
            <a:lvl1pPr>
              <a:defRPr sz="800"/>
            </a:lvl1pPr>
          </a:lstStyle>
          <a:p>
            <a:fld id="{54C44DAA-E0B8-488B-BA43-C0A7DD2FB442}" type="slidenum">
              <a:rPr lang="en-US" smtClean="0"/>
              <a:t>‹#›</a:t>
            </a:fld>
            <a:endParaRPr lang="en-US"/>
          </a:p>
        </p:txBody>
      </p:sp>
      <p:sp>
        <p:nvSpPr>
          <p:cNvPr id="22" name="TextBox 38">
            <a:extLst>
              <a:ext uri="{FF2B5EF4-FFF2-40B4-BE49-F238E27FC236}">
                <a16:creationId xmlns:a16="http://schemas.microsoft.com/office/drawing/2014/main" id="{419493DC-0923-4185-BFFB-247A57270438}"/>
              </a:ext>
            </a:extLst>
          </p:cNvPr>
          <p:cNvSpPr txBox="1"/>
          <p:nvPr/>
        </p:nvSpPr>
        <p:spPr>
          <a:xfrm>
            <a:off x="1081225" y="2686420"/>
            <a:ext cx="3929519" cy="724696"/>
          </a:xfrm>
          <a:prstGeom prst="rect">
            <a:avLst/>
          </a:prstGeom>
        </p:spPr>
        <p:txBody>
          <a:bodyPr wrap="square" lIns="0" tIns="0" rIns="0" bIns="0" rtlCol="0">
            <a:noAutofit/>
          </a:bodyPr>
          <a:lstStyle/>
          <a:p>
            <a:pPr algn="ctr"/>
            <a:r>
              <a:rPr lang="en-US" sz="1600" dirty="0">
                <a:solidFill>
                  <a:schemeClr val="bg1"/>
                </a:solidFill>
                <a:latin typeface="Riona Sans Regular" panose="01000000000000000000" pitchFamily="50" charset="0"/>
              </a:rPr>
              <a:t>Placed orders in wafer foundries greater than TWD 530BN in past 10 years</a:t>
            </a:r>
          </a:p>
        </p:txBody>
      </p:sp>
      <p:sp>
        <p:nvSpPr>
          <p:cNvPr id="38" name="文字版面配置區 18">
            <a:extLst>
              <a:ext uri="{FF2B5EF4-FFF2-40B4-BE49-F238E27FC236}">
                <a16:creationId xmlns:a16="http://schemas.microsoft.com/office/drawing/2014/main" id="{8D0FCABE-AF67-4776-87EA-71326C26E5E1}"/>
              </a:ext>
            </a:extLst>
          </p:cNvPr>
          <p:cNvSpPr>
            <a:spLocks noGrp="1"/>
          </p:cNvSpPr>
          <p:nvPr>
            <p:ph type="body" sz="quarter" idx="17" hasCustomPrompt="1"/>
          </p:nvPr>
        </p:nvSpPr>
        <p:spPr>
          <a:xfrm>
            <a:off x="-3438" y="1636872"/>
            <a:ext cx="6090203" cy="2218785"/>
          </a:xfrm>
          <a:prstGeom prst="rect">
            <a:avLst/>
          </a:prstGeom>
          <a:solidFill>
            <a:srgbClr val="FFCA05"/>
          </a:solidFill>
        </p:spPr>
        <p:txBody>
          <a:bodyPr wrap="none" bIns="216000" anchor="b"/>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39" name="文字版面配置區 20">
            <a:extLst>
              <a:ext uri="{FF2B5EF4-FFF2-40B4-BE49-F238E27FC236}">
                <a16:creationId xmlns:a16="http://schemas.microsoft.com/office/drawing/2014/main" id="{685CEC30-ADC6-4106-A668-F67E0A931110}"/>
              </a:ext>
            </a:extLst>
          </p:cNvPr>
          <p:cNvSpPr>
            <a:spLocks noGrp="1"/>
          </p:cNvSpPr>
          <p:nvPr>
            <p:ph type="body" sz="quarter" idx="13" hasCustomPrompt="1"/>
          </p:nvPr>
        </p:nvSpPr>
        <p:spPr>
          <a:xfrm>
            <a:off x="2220431" y="2122856"/>
            <a:ext cx="1355659" cy="101597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8000"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0" name="文字版面配置區 20">
            <a:extLst>
              <a:ext uri="{FF2B5EF4-FFF2-40B4-BE49-F238E27FC236}">
                <a16:creationId xmlns:a16="http://schemas.microsoft.com/office/drawing/2014/main" id="{E462A135-5745-4AE6-8705-DDA97E7B2B41}"/>
              </a:ext>
            </a:extLst>
          </p:cNvPr>
          <p:cNvSpPr>
            <a:spLocks noGrp="1"/>
          </p:cNvSpPr>
          <p:nvPr>
            <p:ph type="body" sz="quarter" idx="18" hasCustomPrompt="1"/>
          </p:nvPr>
        </p:nvSpPr>
        <p:spPr>
          <a:xfrm>
            <a:off x="3353836" y="2561396"/>
            <a:ext cx="610725" cy="45246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37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a:t>
            </a:r>
            <a:endParaRPr lang="zh-TW" altLang="en-US" dirty="0"/>
          </a:p>
        </p:txBody>
      </p:sp>
      <p:sp>
        <p:nvSpPr>
          <p:cNvPr id="41" name="文字版面配置區 18">
            <a:extLst>
              <a:ext uri="{FF2B5EF4-FFF2-40B4-BE49-F238E27FC236}">
                <a16:creationId xmlns:a16="http://schemas.microsoft.com/office/drawing/2014/main" id="{12208CFE-A144-4D8E-A81A-F1B716075E17}"/>
              </a:ext>
            </a:extLst>
          </p:cNvPr>
          <p:cNvSpPr>
            <a:spLocks noGrp="1"/>
          </p:cNvSpPr>
          <p:nvPr>
            <p:ph type="body" sz="quarter" idx="19" hasCustomPrompt="1"/>
          </p:nvPr>
        </p:nvSpPr>
        <p:spPr>
          <a:xfrm>
            <a:off x="6086766" y="1636926"/>
            <a:ext cx="6111953" cy="2218785"/>
          </a:xfrm>
          <a:prstGeom prst="rect">
            <a:avLst/>
          </a:prstGeom>
          <a:solidFill>
            <a:srgbClr val="69BE28"/>
          </a:solidFill>
        </p:spPr>
        <p:txBody>
          <a:bodyPr wrap="none" bIns="216000" anchor="b"/>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2" name="文字版面配置區 20">
            <a:extLst>
              <a:ext uri="{FF2B5EF4-FFF2-40B4-BE49-F238E27FC236}">
                <a16:creationId xmlns:a16="http://schemas.microsoft.com/office/drawing/2014/main" id="{4C71CE92-CCCC-4E54-8190-A01893E1D9A7}"/>
              </a:ext>
            </a:extLst>
          </p:cNvPr>
          <p:cNvSpPr>
            <a:spLocks noGrp="1"/>
          </p:cNvSpPr>
          <p:nvPr>
            <p:ph type="body" sz="quarter" idx="20" hasCustomPrompt="1"/>
          </p:nvPr>
        </p:nvSpPr>
        <p:spPr>
          <a:xfrm>
            <a:off x="8326587" y="2122911"/>
            <a:ext cx="1355659" cy="101597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8000"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3" name="文字版面配置區 20">
            <a:extLst>
              <a:ext uri="{FF2B5EF4-FFF2-40B4-BE49-F238E27FC236}">
                <a16:creationId xmlns:a16="http://schemas.microsoft.com/office/drawing/2014/main" id="{E787113F-C9FE-4326-BE23-11EDE7AAF2A2}"/>
              </a:ext>
            </a:extLst>
          </p:cNvPr>
          <p:cNvSpPr>
            <a:spLocks noGrp="1"/>
          </p:cNvSpPr>
          <p:nvPr>
            <p:ph type="body" sz="quarter" idx="21" hasCustomPrompt="1"/>
          </p:nvPr>
        </p:nvSpPr>
        <p:spPr>
          <a:xfrm>
            <a:off x="9459992" y="2561451"/>
            <a:ext cx="610725" cy="45246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37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a:t>
            </a:r>
            <a:endParaRPr lang="zh-TW" altLang="en-US" dirty="0"/>
          </a:p>
        </p:txBody>
      </p:sp>
      <p:sp>
        <p:nvSpPr>
          <p:cNvPr id="45" name="文字版面配置區 18">
            <a:extLst>
              <a:ext uri="{FF2B5EF4-FFF2-40B4-BE49-F238E27FC236}">
                <a16:creationId xmlns:a16="http://schemas.microsoft.com/office/drawing/2014/main" id="{464EEFDA-5CD6-418C-A47C-55ECA4E7B1CF}"/>
              </a:ext>
            </a:extLst>
          </p:cNvPr>
          <p:cNvSpPr>
            <a:spLocks noGrp="1"/>
          </p:cNvSpPr>
          <p:nvPr>
            <p:ph type="body" sz="quarter" idx="22" hasCustomPrompt="1"/>
          </p:nvPr>
        </p:nvSpPr>
        <p:spPr>
          <a:xfrm>
            <a:off x="-3437" y="3855657"/>
            <a:ext cx="3052800" cy="2258752"/>
          </a:xfrm>
          <a:prstGeom prst="rect">
            <a:avLst/>
          </a:prstGeom>
          <a:solidFill>
            <a:srgbClr val="00A1DE"/>
          </a:solidFill>
        </p:spPr>
        <p:txBody>
          <a:bodyPr wrap="none" bIns="216000" anchor="b"/>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6" name="文字版面配置區 20">
            <a:extLst>
              <a:ext uri="{FF2B5EF4-FFF2-40B4-BE49-F238E27FC236}">
                <a16:creationId xmlns:a16="http://schemas.microsoft.com/office/drawing/2014/main" id="{C9D1CCEB-7E90-4826-8AB3-562AB0C635AF}"/>
              </a:ext>
            </a:extLst>
          </p:cNvPr>
          <p:cNvSpPr>
            <a:spLocks noGrp="1"/>
          </p:cNvSpPr>
          <p:nvPr>
            <p:ph type="body" sz="quarter" idx="23" hasCustomPrompt="1"/>
          </p:nvPr>
        </p:nvSpPr>
        <p:spPr>
          <a:xfrm>
            <a:off x="717647" y="4205149"/>
            <a:ext cx="1355659" cy="101597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8000"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47" name="文字版面配置區 20">
            <a:extLst>
              <a:ext uri="{FF2B5EF4-FFF2-40B4-BE49-F238E27FC236}">
                <a16:creationId xmlns:a16="http://schemas.microsoft.com/office/drawing/2014/main" id="{AC5A051B-5BC0-47CD-A780-84938DD0592C}"/>
              </a:ext>
            </a:extLst>
          </p:cNvPr>
          <p:cNvSpPr>
            <a:spLocks noGrp="1"/>
          </p:cNvSpPr>
          <p:nvPr>
            <p:ph type="body" sz="quarter" idx="24" hasCustomPrompt="1"/>
          </p:nvPr>
        </p:nvSpPr>
        <p:spPr>
          <a:xfrm>
            <a:off x="1851052" y="4643690"/>
            <a:ext cx="610725" cy="45246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37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a:t>
            </a:r>
            <a:endParaRPr lang="zh-TW" altLang="en-US" dirty="0"/>
          </a:p>
        </p:txBody>
      </p:sp>
      <p:sp>
        <p:nvSpPr>
          <p:cNvPr id="48" name="文字版面配置區 18">
            <a:extLst>
              <a:ext uri="{FF2B5EF4-FFF2-40B4-BE49-F238E27FC236}">
                <a16:creationId xmlns:a16="http://schemas.microsoft.com/office/drawing/2014/main" id="{4E9F919C-75AF-4751-8FE3-9601FEFC2CC7}"/>
              </a:ext>
            </a:extLst>
          </p:cNvPr>
          <p:cNvSpPr>
            <a:spLocks noGrp="1"/>
          </p:cNvSpPr>
          <p:nvPr>
            <p:ph type="body" sz="quarter" idx="25" hasCustomPrompt="1"/>
          </p:nvPr>
        </p:nvSpPr>
        <p:spPr>
          <a:xfrm>
            <a:off x="3044121" y="3855657"/>
            <a:ext cx="3052800" cy="2258752"/>
          </a:xfrm>
          <a:prstGeom prst="rect">
            <a:avLst/>
          </a:prstGeom>
          <a:solidFill>
            <a:srgbClr val="E11E3C"/>
          </a:solidFill>
        </p:spPr>
        <p:txBody>
          <a:bodyPr wrap="none" bIns="216000" anchor="b"/>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49" name="文字版面配置區 20">
            <a:extLst>
              <a:ext uri="{FF2B5EF4-FFF2-40B4-BE49-F238E27FC236}">
                <a16:creationId xmlns:a16="http://schemas.microsoft.com/office/drawing/2014/main" id="{FBC7B4DE-50E2-4A0F-88E0-1DDB9A572A38}"/>
              </a:ext>
            </a:extLst>
          </p:cNvPr>
          <p:cNvSpPr>
            <a:spLocks noGrp="1"/>
          </p:cNvSpPr>
          <p:nvPr>
            <p:ph type="body" sz="quarter" idx="26" hasCustomPrompt="1"/>
          </p:nvPr>
        </p:nvSpPr>
        <p:spPr>
          <a:xfrm>
            <a:off x="3765205" y="4205149"/>
            <a:ext cx="1355659" cy="101597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8000"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0" name="文字版面配置區 20">
            <a:extLst>
              <a:ext uri="{FF2B5EF4-FFF2-40B4-BE49-F238E27FC236}">
                <a16:creationId xmlns:a16="http://schemas.microsoft.com/office/drawing/2014/main" id="{909C1222-638E-470E-B9E1-FC4D606B1456}"/>
              </a:ext>
            </a:extLst>
          </p:cNvPr>
          <p:cNvSpPr>
            <a:spLocks noGrp="1"/>
          </p:cNvSpPr>
          <p:nvPr>
            <p:ph type="body" sz="quarter" idx="27" hasCustomPrompt="1"/>
          </p:nvPr>
        </p:nvSpPr>
        <p:spPr>
          <a:xfrm>
            <a:off x="4898611" y="4643690"/>
            <a:ext cx="610725" cy="45246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37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a:t>
            </a:r>
            <a:endParaRPr lang="zh-TW" altLang="en-US" dirty="0"/>
          </a:p>
        </p:txBody>
      </p:sp>
      <p:sp>
        <p:nvSpPr>
          <p:cNvPr id="51" name="文字版面配置區 18">
            <a:extLst>
              <a:ext uri="{FF2B5EF4-FFF2-40B4-BE49-F238E27FC236}">
                <a16:creationId xmlns:a16="http://schemas.microsoft.com/office/drawing/2014/main" id="{C446EE38-EAAB-407A-B1C9-C1A135082D78}"/>
              </a:ext>
            </a:extLst>
          </p:cNvPr>
          <p:cNvSpPr>
            <a:spLocks noGrp="1"/>
          </p:cNvSpPr>
          <p:nvPr>
            <p:ph type="body" sz="quarter" idx="28" hasCustomPrompt="1"/>
          </p:nvPr>
        </p:nvSpPr>
        <p:spPr>
          <a:xfrm>
            <a:off x="6092563" y="3855657"/>
            <a:ext cx="3052800" cy="2258752"/>
          </a:xfrm>
          <a:prstGeom prst="rect">
            <a:avLst/>
          </a:prstGeom>
          <a:solidFill>
            <a:srgbClr val="036639"/>
          </a:solidFill>
        </p:spPr>
        <p:txBody>
          <a:bodyPr wrap="none" bIns="216000" anchor="b"/>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2" name="文字版面配置區 20">
            <a:extLst>
              <a:ext uri="{FF2B5EF4-FFF2-40B4-BE49-F238E27FC236}">
                <a16:creationId xmlns:a16="http://schemas.microsoft.com/office/drawing/2014/main" id="{447FD56C-B88A-4A5D-9F66-72C92D51F036}"/>
              </a:ext>
            </a:extLst>
          </p:cNvPr>
          <p:cNvSpPr>
            <a:spLocks noGrp="1"/>
          </p:cNvSpPr>
          <p:nvPr>
            <p:ph type="body" sz="quarter" idx="29" hasCustomPrompt="1"/>
          </p:nvPr>
        </p:nvSpPr>
        <p:spPr>
          <a:xfrm>
            <a:off x="6813647" y="4200245"/>
            <a:ext cx="1355659" cy="101597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8000"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3" name="文字版面配置區 20">
            <a:extLst>
              <a:ext uri="{FF2B5EF4-FFF2-40B4-BE49-F238E27FC236}">
                <a16:creationId xmlns:a16="http://schemas.microsoft.com/office/drawing/2014/main" id="{1D8D1BCE-B5CD-4F50-91A7-A5DAD74F21F2}"/>
              </a:ext>
            </a:extLst>
          </p:cNvPr>
          <p:cNvSpPr>
            <a:spLocks noGrp="1"/>
          </p:cNvSpPr>
          <p:nvPr>
            <p:ph type="body" sz="quarter" idx="30" hasCustomPrompt="1"/>
          </p:nvPr>
        </p:nvSpPr>
        <p:spPr>
          <a:xfrm>
            <a:off x="7947052" y="4638786"/>
            <a:ext cx="610725" cy="45246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37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a:t>
            </a:r>
            <a:endParaRPr lang="zh-TW" altLang="en-US" dirty="0"/>
          </a:p>
        </p:txBody>
      </p:sp>
      <p:sp>
        <p:nvSpPr>
          <p:cNvPr id="54" name="文字版面配置區 18">
            <a:extLst>
              <a:ext uri="{FF2B5EF4-FFF2-40B4-BE49-F238E27FC236}">
                <a16:creationId xmlns:a16="http://schemas.microsoft.com/office/drawing/2014/main" id="{C7E1CE88-35E0-437D-B317-F6C943D2A398}"/>
              </a:ext>
            </a:extLst>
          </p:cNvPr>
          <p:cNvSpPr>
            <a:spLocks noGrp="1"/>
          </p:cNvSpPr>
          <p:nvPr>
            <p:ph type="body" sz="quarter" idx="31" hasCustomPrompt="1"/>
          </p:nvPr>
        </p:nvSpPr>
        <p:spPr>
          <a:xfrm>
            <a:off x="9145919" y="3855657"/>
            <a:ext cx="3052800" cy="2258752"/>
          </a:xfrm>
          <a:prstGeom prst="rect">
            <a:avLst/>
          </a:prstGeom>
          <a:solidFill>
            <a:srgbClr val="1717A3"/>
          </a:solidFill>
        </p:spPr>
        <p:txBody>
          <a:bodyPr wrap="none" bIns="216000" anchor="b"/>
          <a:lstStyle>
            <a:lvl1pPr marL="0" indent="0" algn="ctr">
              <a:buNone/>
              <a:defRPr sz="1600" baseline="0">
                <a:solidFill>
                  <a:schemeClr val="bg1"/>
                </a:solidFill>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55" name="文字版面配置區 20">
            <a:extLst>
              <a:ext uri="{FF2B5EF4-FFF2-40B4-BE49-F238E27FC236}">
                <a16:creationId xmlns:a16="http://schemas.microsoft.com/office/drawing/2014/main" id="{5F198E52-2C68-449B-9805-6833DF0381BF}"/>
              </a:ext>
            </a:extLst>
          </p:cNvPr>
          <p:cNvSpPr>
            <a:spLocks noGrp="1"/>
          </p:cNvSpPr>
          <p:nvPr>
            <p:ph type="body" sz="quarter" idx="32" hasCustomPrompt="1"/>
          </p:nvPr>
        </p:nvSpPr>
        <p:spPr>
          <a:xfrm>
            <a:off x="9867003" y="4205149"/>
            <a:ext cx="1355659" cy="101597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8000"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10</a:t>
            </a:r>
            <a:endParaRPr lang="zh-TW" altLang="en-US" dirty="0"/>
          </a:p>
        </p:txBody>
      </p:sp>
      <p:sp>
        <p:nvSpPr>
          <p:cNvPr id="56" name="文字版面配置區 20">
            <a:extLst>
              <a:ext uri="{FF2B5EF4-FFF2-40B4-BE49-F238E27FC236}">
                <a16:creationId xmlns:a16="http://schemas.microsoft.com/office/drawing/2014/main" id="{4486E9A9-6EC2-4184-84F7-3800857882F1}"/>
              </a:ext>
            </a:extLst>
          </p:cNvPr>
          <p:cNvSpPr>
            <a:spLocks noGrp="1"/>
          </p:cNvSpPr>
          <p:nvPr>
            <p:ph type="body" sz="quarter" idx="33" hasCustomPrompt="1"/>
          </p:nvPr>
        </p:nvSpPr>
        <p:spPr>
          <a:xfrm>
            <a:off x="11000408" y="4643690"/>
            <a:ext cx="610725" cy="45246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3733" baseline="0">
                <a:solidFill>
                  <a:schemeClr val="bg1"/>
                </a:solidFill>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a:t>
            </a:r>
            <a:endParaRPr lang="zh-TW" altLang="en-US" dirty="0"/>
          </a:p>
        </p:txBody>
      </p:sp>
      <p:sp>
        <p:nvSpPr>
          <p:cNvPr id="24"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407137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Title+Content+Media_1">
    <p:bg>
      <p:bgPr>
        <a:solidFill>
          <a:schemeClr val="bg1"/>
        </a:solidFill>
        <a:effectLst/>
      </p:bgPr>
    </p:bg>
    <p:spTree>
      <p:nvGrpSpPr>
        <p:cNvPr id="1" name=""/>
        <p:cNvGrpSpPr/>
        <p:nvPr/>
      </p:nvGrpSpPr>
      <p:grpSpPr>
        <a:xfrm>
          <a:off x="0" y="0"/>
          <a:ext cx="0" cy="0"/>
          <a:chOff x="0" y="0"/>
          <a:chExt cx="0" cy="0"/>
        </a:xfrm>
      </p:grpSpPr>
      <p:sp>
        <p:nvSpPr>
          <p:cNvPr id="6" name="圖片版面配置區 5">
            <a:extLst>
              <a:ext uri="{FF2B5EF4-FFF2-40B4-BE49-F238E27FC236}">
                <a16:creationId xmlns:a16="http://schemas.microsoft.com/office/drawing/2014/main" id="{84EF5C79-CFEF-42FC-BDF3-23800877D8EB}"/>
              </a:ext>
            </a:extLst>
          </p:cNvPr>
          <p:cNvSpPr>
            <a:spLocks noGrp="1"/>
          </p:cNvSpPr>
          <p:nvPr>
            <p:ph type="pic" sz="quarter" idx="15" hasCustomPrompt="1"/>
          </p:nvPr>
        </p:nvSpPr>
        <p:spPr>
          <a:xfrm>
            <a:off x="6573078" y="0"/>
            <a:ext cx="5618921" cy="6858000"/>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10" name="Slide Number Placeholder 5">
            <a:extLst>
              <a:ext uri="{FF2B5EF4-FFF2-40B4-BE49-F238E27FC236}">
                <a16:creationId xmlns:a16="http://schemas.microsoft.com/office/drawing/2014/main" id="{003DCEF0-AE43-456E-AE04-EFE315727B5D}"/>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14" name="文字版面配置區 24">
            <a:extLst>
              <a:ext uri="{FF2B5EF4-FFF2-40B4-BE49-F238E27FC236}">
                <a16:creationId xmlns:a16="http://schemas.microsoft.com/office/drawing/2014/main" id="{0102C623-39B7-482D-AB86-93A92F37124F}"/>
              </a:ext>
            </a:extLst>
          </p:cNvPr>
          <p:cNvSpPr>
            <a:spLocks noGrp="1"/>
          </p:cNvSpPr>
          <p:nvPr>
            <p:ph type="body" sz="quarter" idx="16" hasCustomPrompt="1"/>
          </p:nvPr>
        </p:nvSpPr>
        <p:spPr>
          <a:xfrm>
            <a:off x="432697" y="2424025"/>
            <a:ext cx="6028940" cy="3405241"/>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1600" b="0" baseline="0">
                <a:latin typeface="Calibri" panose="020F0502020204030204" pitchFamily="34" charset="0"/>
                <a:ea typeface="Microsoft YaHei" panose="020B0503020204020204" pitchFamily="34" charset="-122"/>
              </a:defRPr>
            </a:lvl1pPr>
          </a:lstStyle>
          <a:p>
            <a:pPr lvl="0"/>
            <a:r>
              <a:rPr lang="en-US" altLang="zh-TW" dirty="0"/>
              <a:t>Body Text/Calibri/12pts</a:t>
            </a:r>
          </a:p>
        </p:txBody>
      </p:sp>
      <p:sp>
        <p:nvSpPr>
          <p:cNvPr id="16" name="文字版面配置區 24">
            <a:extLst>
              <a:ext uri="{FF2B5EF4-FFF2-40B4-BE49-F238E27FC236}">
                <a16:creationId xmlns:a16="http://schemas.microsoft.com/office/drawing/2014/main" id="{926391ED-A1C2-4413-B9C5-9DD36AFED359}"/>
              </a:ext>
            </a:extLst>
          </p:cNvPr>
          <p:cNvSpPr>
            <a:spLocks noGrp="1"/>
          </p:cNvSpPr>
          <p:nvPr>
            <p:ph type="body" sz="quarter" idx="19" hasCustomPrompt="1"/>
          </p:nvPr>
        </p:nvSpPr>
        <p:spPr>
          <a:xfrm>
            <a:off x="432696" y="1877465"/>
            <a:ext cx="6028939"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2133" b="1" baseline="0">
                <a:latin typeface="Calibri" panose="020F0502020204030204" pitchFamily="34" charset="0"/>
                <a:ea typeface="Microsoft YaHei" panose="020B0503020204020204" pitchFamily="34" charset="-122"/>
              </a:defRPr>
            </a:lvl1pPr>
          </a:lstStyle>
          <a:p>
            <a:pPr lvl="0"/>
            <a:r>
              <a:rPr lang="en-US" altLang="zh-TW" dirty="0"/>
              <a:t>Body Text Title/Calibri/Bold/16pts</a:t>
            </a:r>
          </a:p>
        </p:txBody>
      </p:sp>
      <p:sp>
        <p:nvSpPr>
          <p:cNvPr id="20" name="文字版面配置區 24">
            <a:extLst>
              <a:ext uri="{FF2B5EF4-FFF2-40B4-BE49-F238E27FC236}">
                <a16:creationId xmlns:a16="http://schemas.microsoft.com/office/drawing/2014/main" id="{31CC0E0B-144B-478C-975D-2C5721C221AE}"/>
              </a:ext>
            </a:extLst>
          </p:cNvPr>
          <p:cNvSpPr>
            <a:spLocks noGrp="1"/>
          </p:cNvSpPr>
          <p:nvPr>
            <p:ph type="body" sz="quarter" idx="18" hasCustomPrompt="1"/>
          </p:nvPr>
        </p:nvSpPr>
        <p:spPr>
          <a:xfrm>
            <a:off x="432695" y="5902746"/>
            <a:ext cx="3656892"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1200" b="0" baseline="0">
                <a:latin typeface="Calibri" panose="020F0502020204030204" pitchFamily="34" charset="0"/>
                <a:ea typeface="Microsoft YaHei" panose="020B0503020204020204" pitchFamily="34" charset="-122"/>
              </a:defRPr>
            </a:lvl1pPr>
          </a:lstStyle>
          <a:p>
            <a:pPr lvl="0"/>
            <a:r>
              <a:rPr lang="en-US" altLang="zh-TW" dirty="0"/>
              <a:t>*Source:  Body text goes here in sentence case 9pts.</a:t>
            </a:r>
          </a:p>
        </p:txBody>
      </p:sp>
      <p:sp>
        <p:nvSpPr>
          <p:cNvPr id="21" name="文字版面配置區 24">
            <a:extLst>
              <a:ext uri="{FF2B5EF4-FFF2-40B4-BE49-F238E27FC236}">
                <a16:creationId xmlns:a16="http://schemas.microsoft.com/office/drawing/2014/main" id="{374059BD-775E-44E1-A833-94858E63EA60}"/>
              </a:ext>
            </a:extLst>
          </p:cNvPr>
          <p:cNvSpPr>
            <a:spLocks noGrp="1"/>
          </p:cNvSpPr>
          <p:nvPr>
            <p:ph type="body" sz="quarter" idx="14" hasCustomPrompt="1"/>
          </p:nvPr>
        </p:nvSpPr>
        <p:spPr>
          <a:xfrm>
            <a:off x="432695" y="1330907"/>
            <a:ext cx="6028940"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2667" b="1" baseline="0">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Subtitle/Calibri/Bold/20pts</a:t>
            </a:r>
            <a:endParaRPr lang="zh-TW" altLang="en-US" dirty="0"/>
          </a:p>
        </p:txBody>
      </p:sp>
      <p:sp>
        <p:nvSpPr>
          <p:cNvPr id="24" name="標題版面配置區 1"/>
          <p:cNvSpPr>
            <a:spLocks noGrp="1"/>
          </p:cNvSpPr>
          <p:nvPr>
            <p:ph type="title"/>
          </p:nvPr>
        </p:nvSpPr>
        <p:spPr>
          <a:xfrm>
            <a:off x="431801" y="236893"/>
            <a:ext cx="6012543"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580349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Content+Media_2">
    <p:spTree>
      <p:nvGrpSpPr>
        <p:cNvPr id="1" name=""/>
        <p:cNvGrpSpPr/>
        <p:nvPr/>
      </p:nvGrpSpPr>
      <p:grpSpPr>
        <a:xfrm>
          <a:off x="0" y="0"/>
          <a:ext cx="0" cy="0"/>
          <a:chOff x="0" y="0"/>
          <a:chExt cx="0" cy="0"/>
        </a:xfrm>
      </p:grpSpPr>
      <p:sp>
        <p:nvSpPr>
          <p:cNvPr id="8" name="圖片版面配置區 5">
            <a:extLst>
              <a:ext uri="{FF2B5EF4-FFF2-40B4-BE49-F238E27FC236}">
                <a16:creationId xmlns:a16="http://schemas.microsoft.com/office/drawing/2014/main" id="{AB03D790-2F34-40F2-BD7D-3FFB88E5F7EF}"/>
              </a:ext>
            </a:extLst>
          </p:cNvPr>
          <p:cNvSpPr>
            <a:spLocks noGrp="1"/>
          </p:cNvSpPr>
          <p:nvPr>
            <p:ph type="pic" sz="quarter" idx="15" hasCustomPrompt="1"/>
          </p:nvPr>
        </p:nvSpPr>
        <p:spPr>
          <a:xfrm>
            <a:off x="1" y="2152412"/>
            <a:ext cx="12192001" cy="4021405"/>
          </a:xfrm>
          <a:prstGeom prst="rect">
            <a:avLst/>
          </a:prstGeom>
          <a:solidFill>
            <a:schemeClr val="bg1">
              <a:lumMod val="85000"/>
            </a:schemeClr>
          </a:solidFill>
        </p:spPr>
        <p:txBody>
          <a:bodyPr anchor="ctr"/>
          <a:lstStyle>
            <a:lvl1pPr marL="0" indent="0" algn="ctr">
              <a:buNone/>
              <a:defRPr sz="2667" baseline="0">
                <a:latin typeface="Calibri" panose="020F0502020204030204" pitchFamily="34" charset="0"/>
                <a:ea typeface="Microsoft YaHei" panose="020B0503020204020204" pitchFamily="34" charset="-122"/>
              </a:defRPr>
            </a:lvl1pPr>
          </a:lstStyle>
          <a:p>
            <a:r>
              <a:rPr lang="en-US" altLang="zh-TW" dirty="0"/>
              <a:t>images</a:t>
            </a:r>
            <a:endParaRPr lang="zh-TW" altLang="en-US" dirty="0"/>
          </a:p>
        </p:txBody>
      </p:sp>
      <p:sp>
        <p:nvSpPr>
          <p:cNvPr id="9" name="Slide Number Placeholder 5">
            <a:extLst>
              <a:ext uri="{FF2B5EF4-FFF2-40B4-BE49-F238E27FC236}">
                <a16:creationId xmlns:a16="http://schemas.microsoft.com/office/drawing/2014/main" id="{ABE3C7CC-BFCC-4188-95AF-7C83305BB32B}"/>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13" name="文字版面配置區 24">
            <a:extLst>
              <a:ext uri="{FF2B5EF4-FFF2-40B4-BE49-F238E27FC236}">
                <a16:creationId xmlns:a16="http://schemas.microsoft.com/office/drawing/2014/main" id="{374059BD-775E-44E1-A833-94858E63EA60}"/>
              </a:ext>
            </a:extLst>
          </p:cNvPr>
          <p:cNvSpPr>
            <a:spLocks noGrp="1"/>
          </p:cNvSpPr>
          <p:nvPr>
            <p:ph type="body" sz="quarter" idx="14" hasCustomPrompt="1"/>
          </p:nvPr>
        </p:nvSpPr>
        <p:spPr>
          <a:xfrm>
            <a:off x="432695" y="1330907"/>
            <a:ext cx="11415720"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2667" b="1" baseline="0">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Subtitle/Calibri/Bold/20pts</a:t>
            </a:r>
            <a:endParaRPr lang="zh-TW" altLang="en-US" dirty="0"/>
          </a:p>
        </p:txBody>
      </p:sp>
      <p:sp>
        <p:nvSpPr>
          <p:cNvPr id="17" name="標題版面配置區 1"/>
          <p:cNvSpPr>
            <a:spLocks noGrp="1"/>
          </p:cNvSpPr>
          <p:nvPr>
            <p:ph type="title"/>
          </p:nvPr>
        </p:nvSpPr>
        <p:spPr>
          <a:xfrm>
            <a:off x="431800" y="236893"/>
            <a:ext cx="11399321"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772696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Title+Content_2">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C9211404-45CD-4325-8498-AF8EEE4AA2CD}"/>
              </a:ext>
            </a:extLst>
          </p:cNvPr>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7" name="文字版面配置區 24">
            <a:extLst>
              <a:ext uri="{FF2B5EF4-FFF2-40B4-BE49-F238E27FC236}">
                <a16:creationId xmlns:a16="http://schemas.microsoft.com/office/drawing/2014/main" id="{374059BD-775E-44E1-A833-94858E63EA60}"/>
              </a:ext>
            </a:extLst>
          </p:cNvPr>
          <p:cNvSpPr>
            <a:spLocks noGrp="1"/>
          </p:cNvSpPr>
          <p:nvPr>
            <p:ph type="body" sz="quarter" idx="14" hasCustomPrompt="1"/>
          </p:nvPr>
        </p:nvSpPr>
        <p:spPr>
          <a:xfrm>
            <a:off x="432695" y="1330907"/>
            <a:ext cx="11415720" cy="415109"/>
          </a:xfrm>
          <a:prstGeom prst="rect">
            <a:avLst/>
          </a:prstGeom>
        </p:spPr>
        <p:txBody>
          <a:bodyPr/>
          <a:lstStyle>
            <a:lvl1pPr marL="0" marR="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sz="2667" b="1" baseline="0">
                <a:latin typeface="Calibri" panose="020F0502020204030204" pitchFamily="34" charset="0"/>
                <a:ea typeface="Microsoft YaHei" panose="020B0503020204020204" pitchFamily="34" charset="-122"/>
              </a:defRPr>
            </a:lvl1pPr>
          </a:lstStyle>
          <a:p>
            <a:pPr marL="0" marR="0" lvl="0" indent="0" algn="l" defTabSz="1219170" rtl="0" eaLnBrk="1" fontAlgn="auto" latinLnBrk="0" hangingPunct="1">
              <a:lnSpc>
                <a:spcPct val="90000"/>
              </a:lnSpc>
              <a:spcBef>
                <a:spcPts val="1600"/>
              </a:spcBef>
              <a:spcAft>
                <a:spcPts val="0"/>
              </a:spcAft>
              <a:buClrTx/>
              <a:buSzTx/>
              <a:buFont typeface="Arial" panose="020B0604020202020204" pitchFamily="34" charset="0"/>
              <a:buNone/>
              <a:tabLst/>
              <a:defRPr/>
            </a:pPr>
            <a:r>
              <a:rPr lang="en-US" altLang="zh-TW" dirty="0"/>
              <a:t>Subtitle/Calibri/Bold/20pts</a:t>
            </a:r>
            <a:endParaRPr lang="zh-TW" altLang="en-US" dirty="0"/>
          </a:p>
        </p:txBody>
      </p:sp>
      <p:sp>
        <p:nvSpPr>
          <p:cNvPr id="9" name="標題版面配置區 1"/>
          <p:cNvSpPr>
            <a:spLocks noGrp="1"/>
          </p:cNvSpPr>
          <p:nvPr>
            <p:ph type="title"/>
          </p:nvPr>
        </p:nvSpPr>
        <p:spPr>
          <a:xfrm>
            <a:off x="431800" y="236893"/>
            <a:ext cx="11398661" cy="960619"/>
          </a:xfrm>
          <a:prstGeom prst="rect">
            <a:avLst/>
          </a:prstGeom>
        </p:spPr>
        <p:txBody>
          <a:bodyPr vert="horz" lIns="91440" tIns="45720" rIns="91440" bIns="45720" rtlCol="0" anchor="ctr">
            <a:normAutofit/>
          </a:bodyPr>
          <a:lstStyle>
            <a:lvl1pPr>
              <a:defRPr baseline="0">
                <a:latin typeface="Calibri" panose="020F0502020204030204" pitchFamily="34" charset="0"/>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64129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ank you">
    <p:bg>
      <p:bgPr>
        <a:solidFill>
          <a:srgbClr val="F39A1E"/>
        </a:solidFill>
        <a:effectLst/>
      </p:bgPr>
    </p:bg>
    <p:spTree>
      <p:nvGrpSpPr>
        <p:cNvPr id="1" name=""/>
        <p:cNvGrpSpPr/>
        <p:nvPr/>
      </p:nvGrpSpPr>
      <p:grpSpPr>
        <a:xfrm>
          <a:off x="0" y="0"/>
          <a:ext cx="0" cy="0"/>
          <a:chOff x="0" y="0"/>
          <a:chExt cx="0" cy="0"/>
        </a:xfrm>
      </p:grpSpPr>
      <p:grpSp>
        <p:nvGrpSpPr>
          <p:cNvPr id="10" name="群組 9"/>
          <p:cNvGrpSpPr/>
          <p:nvPr/>
        </p:nvGrpSpPr>
        <p:grpSpPr>
          <a:xfrm>
            <a:off x="347135" y="6339833"/>
            <a:ext cx="8049652" cy="374824"/>
            <a:chOff x="260351" y="4754875"/>
            <a:chExt cx="6037239" cy="281118"/>
          </a:xfrm>
        </p:grpSpPr>
        <p:sp>
          <p:nvSpPr>
            <p:cNvPr id="11" name="Footer Placeholder 3">
              <a:extLst>
                <a:ext uri="{FF2B5EF4-FFF2-40B4-BE49-F238E27FC236}">
                  <a16:creationId xmlns:a16="http://schemas.microsoft.com/office/drawing/2014/main" id="{996369C5-4144-4203-867D-86A1EF918D4D}"/>
                </a:ext>
              </a:extLst>
            </p:cNvPr>
            <p:cNvSpPr txBox="1">
              <a:spLocks/>
            </p:cNvSpPr>
            <p:nvPr userDrawn="1"/>
          </p:nvSpPr>
          <p:spPr>
            <a:xfrm>
              <a:off x="1170542" y="4854908"/>
              <a:ext cx="5127048" cy="181085"/>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800" kern="1200" dirty="0">
                  <a:solidFill>
                    <a:schemeClr val="bg1"/>
                  </a:solidFill>
                  <a:effectLst/>
                  <a:latin typeface="+mn-lt"/>
                  <a:ea typeface="+mn-ea"/>
                  <a:cs typeface="+mn-cs"/>
                </a:rPr>
                <a:t>MediaTek Proprietary and Confidential. © 2024 MediaTek Inc. All rights reserved</a:t>
              </a:r>
              <a:r>
                <a:rPr lang="en-US" altLang="zh-TW" sz="800" kern="1200" dirty="0">
                  <a:solidFill>
                    <a:schemeClr val="bg1">
                      <a:lumMod val="50000"/>
                    </a:schemeClr>
                  </a:solidFill>
                  <a:effectLst/>
                  <a:latin typeface="+mn-lt"/>
                  <a:ea typeface="+mn-ea"/>
                  <a:cs typeface="+mn-cs"/>
                </a:rPr>
                <a:t>.</a:t>
              </a:r>
              <a:endParaRPr lang="en-GB" sz="800" dirty="0">
                <a:solidFill>
                  <a:schemeClr val="bg1">
                    <a:lumMod val="50000"/>
                  </a:schemeClr>
                </a:solidFill>
                <a:latin typeface="+mn-lt"/>
              </a:endParaRPr>
            </a:p>
          </p:txBody>
        </p:sp>
        <p:pic>
          <p:nvPicPr>
            <p:cNvPr id="12" name="圖片 11">
              <a:extLst>
                <a:ext uri="{FF2B5EF4-FFF2-40B4-BE49-F238E27FC236}">
                  <a16:creationId xmlns:a16="http://schemas.microsoft.com/office/drawing/2014/main" id="{CC6B121D-85E8-4ED7-AF42-7E852007B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60351" y="4754875"/>
              <a:ext cx="885824" cy="224318"/>
            </a:xfrm>
            <a:prstGeom prst="rect">
              <a:avLst/>
            </a:prstGeom>
          </p:spPr>
        </p:pic>
      </p:grpSp>
    </p:spTree>
    <p:extLst>
      <p:ext uri="{BB962C8B-B14F-4D97-AF65-F5344CB8AC3E}">
        <p14:creationId xmlns:p14="http://schemas.microsoft.com/office/powerpoint/2010/main" val="3251468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End">
    <p:bg>
      <p:bgPr>
        <a:solidFill>
          <a:srgbClr val="F39A1E"/>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0F29723-1978-4CBE-8209-372F4A1F2F78}"/>
              </a:ext>
            </a:extLst>
          </p:cNvPr>
          <p:cNvSpPr/>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400"/>
          </a:p>
        </p:txBody>
      </p:sp>
      <p:pic>
        <p:nvPicPr>
          <p:cNvPr id="5" name="圖形 4">
            <a:extLst>
              <a:ext uri="{FF2B5EF4-FFF2-40B4-BE49-F238E27FC236}">
                <a16:creationId xmlns:a16="http://schemas.microsoft.com/office/drawing/2014/main" id="{82CBF49B-F09E-4FD8-AA32-33CCF5A10E2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54600" y="3016250"/>
            <a:ext cx="2082800" cy="825500"/>
          </a:xfrm>
          <a:prstGeom prst="rect">
            <a:avLst/>
          </a:prstGeom>
        </p:spPr>
      </p:pic>
    </p:spTree>
    <p:extLst>
      <p:ext uri="{BB962C8B-B14F-4D97-AF65-F5344CB8AC3E}">
        <p14:creationId xmlns:p14="http://schemas.microsoft.com/office/powerpoint/2010/main" val="348844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Wallpaper Title Slide">
    <p:bg>
      <p:bgPr>
        <a:solidFill>
          <a:srgbClr val="F39A1E"/>
        </a:solidFill>
        <a:effectLst/>
      </p:bgPr>
    </p:bg>
    <p:spTree>
      <p:nvGrpSpPr>
        <p:cNvPr id="1" name=""/>
        <p:cNvGrpSpPr/>
        <p:nvPr/>
      </p:nvGrpSpPr>
      <p:grpSpPr>
        <a:xfrm>
          <a:off x="0" y="0"/>
          <a:ext cx="0" cy="0"/>
          <a:chOff x="0" y="0"/>
          <a:chExt cx="0" cy="0"/>
        </a:xfrm>
      </p:grpSpPr>
      <p:pic>
        <p:nvPicPr>
          <p:cNvPr id="546" name="圖片 545">
            <a:extLst>
              <a:ext uri="{FF2B5EF4-FFF2-40B4-BE49-F238E27FC236}">
                <a16:creationId xmlns:a16="http://schemas.microsoft.com/office/drawing/2014/main" id="{CC6B121D-85E8-4ED7-AF42-7E852007BA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2951" y="543560"/>
            <a:ext cx="1948684" cy="532141"/>
          </a:xfrm>
          <a:prstGeom prst="rect">
            <a:avLst/>
          </a:prstGeom>
        </p:spPr>
      </p:pic>
      <p:sp>
        <p:nvSpPr>
          <p:cNvPr id="1104" name="文字方塊 1103"/>
          <p:cNvSpPr txBox="1"/>
          <p:nvPr/>
        </p:nvSpPr>
        <p:spPr>
          <a:xfrm>
            <a:off x="262631" y="3976582"/>
            <a:ext cx="9119007" cy="2596416"/>
          </a:xfrm>
          <a:prstGeom prst="rect">
            <a:avLst/>
          </a:prstGeom>
          <a:noFill/>
        </p:spPr>
        <p:txBody>
          <a:bodyPr wrap="square" rtlCol="0">
            <a:spAutoFit/>
          </a:bodyPr>
          <a:lstStyle/>
          <a:p>
            <a:r>
              <a:rPr lang="en-US" altLang="zh-TW" sz="1200" b="1" kern="1200" dirty="0" err="1">
                <a:solidFill>
                  <a:schemeClr val="bg1"/>
                </a:solidFill>
                <a:effectLst/>
                <a:latin typeface="+mn-lt"/>
                <a:ea typeface="+mn-ea"/>
                <a:cs typeface="+mn-cs"/>
              </a:rPr>
              <a:t>MediaTek</a:t>
            </a:r>
            <a:r>
              <a:rPr lang="en-US" altLang="zh-TW" sz="1200" b="1" kern="1200" dirty="0">
                <a:solidFill>
                  <a:schemeClr val="bg1"/>
                </a:solidFill>
                <a:effectLst/>
                <a:latin typeface="+mn-lt"/>
                <a:ea typeface="+mn-ea"/>
                <a:cs typeface="+mn-cs"/>
              </a:rPr>
              <a:t> Proprietary and Confidential</a:t>
            </a:r>
            <a:endParaRPr lang="zh-TW" altLang="zh-TW" sz="1200" b="1" kern="1200" dirty="0">
              <a:solidFill>
                <a:schemeClr val="bg1"/>
              </a:solidFill>
              <a:effectLst/>
              <a:latin typeface="+mn-lt"/>
              <a:ea typeface="+mn-ea"/>
              <a:cs typeface="+mn-cs"/>
            </a:endParaRPr>
          </a:p>
          <a:p>
            <a:r>
              <a:rPr lang="en-US" altLang="zh-TW" sz="1200" b="1" kern="1200" dirty="0">
                <a:solidFill>
                  <a:schemeClr val="bg1"/>
                </a:solidFill>
                <a:effectLst/>
                <a:latin typeface="+mn-lt"/>
                <a:ea typeface="+mn-ea"/>
                <a:cs typeface="+mn-cs"/>
              </a:rPr>
              <a:t> </a:t>
            </a:r>
            <a:endParaRPr lang="zh-TW" altLang="zh-TW" sz="1200" b="1" kern="1200" dirty="0">
              <a:solidFill>
                <a:schemeClr val="bg1"/>
              </a:solidFill>
              <a:effectLst/>
              <a:latin typeface="+mn-lt"/>
              <a:ea typeface="+mn-ea"/>
              <a:cs typeface="+mn-cs"/>
            </a:endParaRPr>
          </a:p>
          <a:p>
            <a:r>
              <a:rPr lang="en-US" altLang="zh-TW" sz="1067" kern="1200" dirty="0">
                <a:solidFill>
                  <a:schemeClr val="bg1"/>
                </a:solidFill>
                <a:effectLst/>
                <a:latin typeface="+mn-lt"/>
                <a:ea typeface="+mn-ea"/>
                <a:cs typeface="+mn-cs"/>
              </a:rPr>
              <a:t>© 2024 MediaTek Inc. All rights reserved. The term “</a:t>
            </a:r>
            <a:r>
              <a:rPr lang="en-US" altLang="zh-TW" sz="1067" kern="1200" dirty="0" err="1">
                <a:solidFill>
                  <a:schemeClr val="bg1"/>
                </a:solidFill>
                <a:effectLst/>
                <a:latin typeface="+mn-lt"/>
                <a:ea typeface="+mn-ea"/>
                <a:cs typeface="+mn-cs"/>
              </a:rPr>
              <a:t>MediaTek</a:t>
            </a:r>
            <a:r>
              <a:rPr lang="en-US" altLang="zh-TW" sz="1067" kern="1200" dirty="0">
                <a:solidFill>
                  <a:schemeClr val="bg1"/>
                </a:solidFill>
                <a:effectLst/>
                <a:latin typeface="+mn-lt"/>
                <a:ea typeface="+mn-ea"/>
                <a:cs typeface="+mn-cs"/>
              </a:rPr>
              <a:t>” refers to </a:t>
            </a:r>
            <a:r>
              <a:rPr lang="en-US" altLang="zh-TW" sz="1067" kern="1200" dirty="0" err="1">
                <a:solidFill>
                  <a:schemeClr val="bg1"/>
                </a:solidFill>
                <a:effectLst/>
                <a:latin typeface="+mn-lt"/>
                <a:ea typeface="+mn-ea"/>
                <a:cs typeface="+mn-cs"/>
              </a:rPr>
              <a:t>MediaTek</a:t>
            </a:r>
            <a:r>
              <a:rPr lang="en-US" altLang="zh-TW" sz="1067" kern="1200" dirty="0">
                <a:solidFill>
                  <a:schemeClr val="bg1"/>
                </a:solidFill>
                <a:effectLst/>
                <a:latin typeface="+mn-lt"/>
                <a:ea typeface="+mn-ea"/>
                <a:cs typeface="+mn-cs"/>
              </a:rPr>
              <a:t> Inc. and/or its affiliates.</a:t>
            </a:r>
            <a:endParaRPr lang="zh-TW" altLang="zh-TW" sz="1067" kern="1200" dirty="0">
              <a:solidFill>
                <a:schemeClr val="bg1"/>
              </a:solidFill>
              <a:effectLst/>
              <a:latin typeface="+mn-lt"/>
              <a:ea typeface="+mn-ea"/>
              <a:cs typeface="+mn-cs"/>
            </a:endParaRPr>
          </a:p>
          <a:p>
            <a:r>
              <a:rPr lang="en-US" altLang="zh-TW" sz="1067" kern="1200" dirty="0">
                <a:solidFill>
                  <a:schemeClr val="bg1"/>
                </a:solidFill>
                <a:effectLst/>
                <a:latin typeface="+mn-lt"/>
                <a:ea typeface="+mn-ea"/>
                <a:cs typeface="+mn-cs"/>
              </a:rPr>
              <a:t> </a:t>
            </a:r>
            <a:endParaRPr lang="zh-TW" altLang="zh-TW" sz="1067" kern="1200" dirty="0">
              <a:solidFill>
                <a:schemeClr val="bg1"/>
              </a:solidFill>
              <a:effectLst/>
              <a:latin typeface="+mn-lt"/>
              <a:ea typeface="+mn-ea"/>
              <a:cs typeface="+mn-cs"/>
            </a:endParaRPr>
          </a:p>
          <a:p>
            <a:r>
              <a:rPr lang="en-US" altLang="zh-TW" sz="1067" kern="1200" dirty="0">
                <a:solidFill>
                  <a:schemeClr val="bg1"/>
                </a:solidFill>
                <a:effectLst/>
                <a:latin typeface="+mn-lt"/>
                <a:ea typeface="+mn-ea"/>
                <a:cs typeface="+mn-cs"/>
              </a:rPr>
              <a:t>This document has been prepared solely for informational purposes. The content herein is made available to a restricted number of clients or partners, for internal use, pursuant to a license agreement or any other applicable agreement and subject to this notice. THIS DOCUMENT AND ANY ORAL INFORMATION PROVIDED BY MEDIATEK IN CONNECTION WITH THIS DOCUMENT (COLLECTIVELY THIS “DOCUMENT”), IF ANY, ARE PROVIDED “AS IS” WITHOUT WARRANTY OF ANY KIND, WHETHER EXPRESS, IMPLIED, STATUTORY, OR OTHERWISE. MEDIATEK DOES NOT WARRANT OR MAKE ANY REPRESENTATIONS OR GUARANTEE REGARDING THE USE OR THE RESULT OF THE USE OF THIS DOCUMENT IN TERMS OF CORRECTNESS, ACCURACY, TIMELINESS, RELIABILITY, OR OTHERWISE. </a:t>
            </a:r>
            <a:r>
              <a:rPr lang="en-US" altLang="zh-TW" sz="1067" kern="1200" cap="all" dirty="0" err="1">
                <a:solidFill>
                  <a:schemeClr val="bg1"/>
                </a:solidFill>
                <a:effectLst/>
                <a:latin typeface="+mn-lt"/>
                <a:ea typeface="+mn-ea"/>
                <a:cs typeface="+mn-cs"/>
              </a:rPr>
              <a:t>MediaTek</a:t>
            </a:r>
            <a:r>
              <a:rPr lang="en-US" altLang="zh-TW" sz="1067" kern="1200" cap="all" dirty="0">
                <a:solidFill>
                  <a:schemeClr val="bg1"/>
                </a:solidFill>
                <a:effectLst/>
                <a:latin typeface="+mn-lt"/>
                <a:ea typeface="+mn-ea"/>
                <a:cs typeface="+mn-cs"/>
              </a:rPr>
              <a:t> specifically disclaims all warranties of merchantability, non-infringement and fitness for a particular purpose and any warranties arising out of course of performance, course of dealing or usage of trade. </a:t>
            </a:r>
            <a:r>
              <a:rPr lang="en-US" altLang="zh-TW" sz="1067" kern="1200" dirty="0">
                <a:solidFill>
                  <a:schemeClr val="bg1"/>
                </a:solidFill>
                <a:effectLst/>
                <a:latin typeface="+mn-lt"/>
                <a:ea typeface="+mn-ea"/>
                <a:cs typeface="+mn-cs"/>
              </a:rPr>
              <a:t>This Document must be held in strict confidence and may not be communicated, reproduced, distributed or disclosed to any third party or to any other person, or being referred to publicly, in whole or in part at any time except with </a:t>
            </a:r>
            <a:r>
              <a:rPr lang="en-US" altLang="zh-TW" sz="1067" kern="1200" dirty="0" err="1">
                <a:solidFill>
                  <a:schemeClr val="bg1"/>
                </a:solidFill>
                <a:effectLst/>
                <a:latin typeface="+mn-lt"/>
                <a:ea typeface="+mn-ea"/>
                <a:cs typeface="+mn-cs"/>
              </a:rPr>
              <a:t>MediaTek’s</a:t>
            </a:r>
            <a:r>
              <a:rPr lang="en-US" altLang="zh-TW" sz="1067" kern="1200" dirty="0">
                <a:solidFill>
                  <a:schemeClr val="bg1"/>
                </a:solidFill>
                <a:effectLst/>
                <a:latin typeface="+mn-lt"/>
                <a:ea typeface="+mn-ea"/>
                <a:cs typeface="+mn-cs"/>
              </a:rPr>
              <a:t> prior written consent, which </a:t>
            </a:r>
            <a:r>
              <a:rPr lang="en-US" altLang="zh-TW" sz="1067" kern="1200" dirty="0" err="1">
                <a:solidFill>
                  <a:schemeClr val="bg1"/>
                </a:solidFill>
                <a:effectLst/>
                <a:latin typeface="+mn-lt"/>
                <a:ea typeface="+mn-ea"/>
                <a:cs typeface="+mn-cs"/>
              </a:rPr>
              <a:t>MediaTek</a:t>
            </a:r>
            <a:r>
              <a:rPr lang="en-US" altLang="zh-TW" sz="1067" kern="1200" dirty="0">
                <a:solidFill>
                  <a:schemeClr val="bg1"/>
                </a:solidFill>
                <a:effectLst/>
                <a:latin typeface="+mn-lt"/>
                <a:ea typeface="+mn-ea"/>
                <a:cs typeface="+mn-cs"/>
              </a:rPr>
              <a:t> reserves the right to deny for any reason. You agree to indemnify </a:t>
            </a:r>
            <a:r>
              <a:rPr lang="en-US" altLang="zh-TW" sz="1067" kern="1200" dirty="0" err="1">
                <a:solidFill>
                  <a:schemeClr val="bg1"/>
                </a:solidFill>
                <a:effectLst/>
                <a:latin typeface="+mn-lt"/>
                <a:ea typeface="+mn-ea"/>
                <a:cs typeface="+mn-cs"/>
              </a:rPr>
              <a:t>MediaTek</a:t>
            </a:r>
            <a:r>
              <a:rPr lang="en-US" altLang="zh-TW" sz="1067" kern="1200" dirty="0">
                <a:solidFill>
                  <a:schemeClr val="bg1"/>
                </a:solidFill>
                <a:effectLst/>
                <a:latin typeface="+mn-lt"/>
                <a:ea typeface="+mn-ea"/>
                <a:cs typeface="+mn-cs"/>
              </a:rPr>
              <a:t> for any loss or damages suffered by </a:t>
            </a:r>
            <a:r>
              <a:rPr lang="en-US" altLang="zh-TW" sz="1067" kern="1200" dirty="0" err="1">
                <a:solidFill>
                  <a:schemeClr val="bg1"/>
                </a:solidFill>
                <a:effectLst/>
                <a:latin typeface="+mn-lt"/>
                <a:ea typeface="+mn-ea"/>
                <a:cs typeface="+mn-cs"/>
              </a:rPr>
              <a:t>MediaTek</a:t>
            </a:r>
            <a:r>
              <a:rPr lang="en-US" altLang="zh-TW" sz="1067" kern="1200" dirty="0">
                <a:solidFill>
                  <a:schemeClr val="bg1"/>
                </a:solidFill>
                <a:effectLst/>
                <a:latin typeface="+mn-lt"/>
                <a:ea typeface="+mn-ea"/>
                <a:cs typeface="+mn-cs"/>
              </a:rPr>
              <a:t> for your unauthorized use or disclosure of this Document, in whole or in part.  If you are not the intended recipient of this document, please delete and destroy all copies immediately.</a:t>
            </a:r>
            <a:endParaRPr lang="zh-TW" altLang="zh-TW" sz="1067" kern="1200" dirty="0">
              <a:solidFill>
                <a:schemeClr val="bg1"/>
              </a:solidFill>
              <a:effectLst/>
              <a:latin typeface="+mn-lt"/>
              <a:ea typeface="+mn-ea"/>
              <a:cs typeface="+mn-cs"/>
            </a:endParaRPr>
          </a:p>
        </p:txBody>
      </p:sp>
    </p:spTree>
    <p:extLst>
      <p:ext uri="{BB962C8B-B14F-4D97-AF65-F5344CB8AC3E}">
        <p14:creationId xmlns:p14="http://schemas.microsoft.com/office/powerpoint/2010/main" val="3648374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80">
          <p15:clr>
            <a:srgbClr val="FBAE40"/>
          </p15:clr>
        </p15:guide>
        <p15:guide id="3" pos="317">
          <p15:clr>
            <a:srgbClr val="FBAE40"/>
          </p15:clr>
        </p15:guide>
        <p15:guide id="4" orient="horz" pos="130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Divider_Orange">
    <p:bg>
      <p:bgPr>
        <a:solidFill>
          <a:srgbClr val="F39A1E"/>
        </a:solidFill>
        <a:effectLst/>
      </p:bgPr>
    </p:bg>
    <p:spTree>
      <p:nvGrpSpPr>
        <p:cNvPr id="1" name=""/>
        <p:cNvGrpSpPr/>
        <p:nvPr/>
      </p:nvGrpSpPr>
      <p:grpSpPr>
        <a:xfrm>
          <a:off x="0" y="0"/>
          <a:ext cx="0" cy="0"/>
          <a:chOff x="0" y="0"/>
          <a:chExt cx="0" cy="0"/>
        </a:xfrm>
      </p:grpSpPr>
      <p:sp>
        <p:nvSpPr>
          <p:cNvPr id="9" name="Footer Placeholder 3">
            <a:extLst>
              <a:ext uri="{FF2B5EF4-FFF2-40B4-BE49-F238E27FC236}">
                <a16:creationId xmlns:a16="http://schemas.microsoft.com/office/drawing/2014/main" id="{996369C5-4144-4203-867D-86A1EF918D4D}"/>
              </a:ext>
            </a:extLst>
          </p:cNvPr>
          <p:cNvSpPr txBox="1">
            <a:spLocks/>
          </p:cNvSpPr>
          <p:nvPr/>
        </p:nvSpPr>
        <p:spPr>
          <a:xfrm>
            <a:off x="1560723" y="6473211"/>
            <a:ext cx="6836064" cy="241447"/>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800" kern="1200" dirty="0">
                <a:solidFill>
                  <a:schemeClr val="bg1"/>
                </a:solidFill>
                <a:effectLst/>
                <a:latin typeface="+mn-lt"/>
                <a:ea typeface="+mn-ea"/>
                <a:cs typeface="+mn-cs"/>
              </a:rPr>
              <a:t>MediaTek Proprietary and Confidential. © 2024 MediaTek Inc. All rights reserved.</a:t>
            </a:r>
            <a:endParaRPr lang="en-GB" sz="800" dirty="0">
              <a:solidFill>
                <a:schemeClr val="bg1"/>
              </a:solidFill>
              <a:latin typeface="+mn-lt"/>
            </a:endParaRPr>
          </a:p>
        </p:txBody>
      </p:sp>
      <p:pic>
        <p:nvPicPr>
          <p:cNvPr id="8" name="圖片 7">
            <a:extLst>
              <a:ext uri="{FF2B5EF4-FFF2-40B4-BE49-F238E27FC236}">
                <a16:creationId xmlns:a16="http://schemas.microsoft.com/office/drawing/2014/main" id="{9588F5AD-9B54-457D-A2F2-FAB03A49C37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7135" y="6339833"/>
            <a:ext cx="1181099" cy="299091"/>
          </a:xfrm>
          <a:prstGeom prst="rect">
            <a:avLst/>
          </a:prstGeom>
        </p:spPr>
      </p:pic>
      <p:sp>
        <p:nvSpPr>
          <p:cNvPr id="4" name="Title 3">
            <a:extLst>
              <a:ext uri="{FF2B5EF4-FFF2-40B4-BE49-F238E27FC236}">
                <a16:creationId xmlns:a16="http://schemas.microsoft.com/office/drawing/2014/main" id="{1F4F8D15-6489-A305-AA10-2D173C481EB9}"/>
              </a:ext>
            </a:extLst>
          </p:cNvPr>
          <p:cNvSpPr>
            <a:spLocks noGrp="1"/>
          </p:cNvSpPr>
          <p:nvPr>
            <p:ph type="title"/>
          </p:nvPr>
        </p:nvSpPr>
        <p:spPr/>
        <p:txBody>
          <a:bodyPr/>
          <a:lstStyle>
            <a:lvl1pPr>
              <a:defRPr baseline="0">
                <a:solidFill>
                  <a:schemeClr val="bg1"/>
                </a:solidFill>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151791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Divider_Green">
    <p:bg>
      <p:bgPr>
        <a:solidFill>
          <a:srgbClr val="69BE28"/>
        </a:solidFill>
        <a:effectLst/>
      </p:bgPr>
    </p:bg>
    <p:spTree>
      <p:nvGrpSpPr>
        <p:cNvPr id="1" name=""/>
        <p:cNvGrpSpPr/>
        <p:nvPr/>
      </p:nvGrpSpPr>
      <p:grpSpPr>
        <a:xfrm>
          <a:off x="0" y="0"/>
          <a:ext cx="0" cy="0"/>
          <a:chOff x="0" y="0"/>
          <a:chExt cx="0" cy="0"/>
        </a:xfrm>
      </p:grpSpPr>
      <p:sp>
        <p:nvSpPr>
          <p:cNvPr id="10" name="Footer Placeholder 3">
            <a:extLst>
              <a:ext uri="{FF2B5EF4-FFF2-40B4-BE49-F238E27FC236}">
                <a16:creationId xmlns:a16="http://schemas.microsoft.com/office/drawing/2014/main" id="{996369C5-4144-4203-867D-86A1EF918D4D}"/>
              </a:ext>
            </a:extLst>
          </p:cNvPr>
          <p:cNvSpPr txBox="1">
            <a:spLocks/>
          </p:cNvSpPr>
          <p:nvPr/>
        </p:nvSpPr>
        <p:spPr>
          <a:xfrm>
            <a:off x="1560723" y="6473211"/>
            <a:ext cx="6836064" cy="241447"/>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800" kern="1200" dirty="0">
                <a:solidFill>
                  <a:schemeClr val="bg1"/>
                </a:solidFill>
                <a:effectLst/>
                <a:latin typeface="+mn-lt"/>
                <a:ea typeface="+mn-ea"/>
                <a:cs typeface="+mn-cs"/>
              </a:rPr>
              <a:t>MediaTek Proprietary and Confidential. © 2024 MediaTek Inc. All rights reserved.</a:t>
            </a:r>
            <a:endParaRPr lang="en-GB" sz="800" dirty="0">
              <a:solidFill>
                <a:schemeClr val="bg1"/>
              </a:solidFill>
              <a:latin typeface="+mn-lt"/>
            </a:endParaRPr>
          </a:p>
        </p:txBody>
      </p:sp>
      <p:sp>
        <p:nvSpPr>
          <p:cNvPr id="15" name="Title 14">
            <a:extLst>
              <a:ext uri="{FF2B5EF4-FFF2-40B4-BE49-F238E27FC236}">
                <a16:creationId xmlns:a16="http://schemas.microsoft.com/office/drawing/2014/main" id="{7BD45C57-EC1F-A819-C7EB-6A1BDF71940C}"/>
              </a:ext>
            </a:extLst>
          </p:cNvPr>
          <p:cNvSpPr>
            <a:spLocks noGrp="1"/>
          </p:cNvSpPr>
          <p:nvPr>
            <p:ph type="title"/>
          </p:nvPr>
        </p:nvSpPr>
        <p:spPr/>
        <p:txBody>
          <a:bodyPr/>
          <a:lstStyle>
            <a:lvl1pPr>
              <a:defRPr baseline="0">
                <a:solidFill>
                  <a:schemeClr val="bg1"/>
                </a:solidFill>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82598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Divider_Blue">
    <p:bg>
      <p:bgPr>
        <a:solidFill>
          <a:srgbClr val="00A1DE"/>
        </a:solidFill>
        <a:effectLst/>
      </p:bgPr>
    </p:bg>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996369C5-4144-4203-867D-86A1EF918D4D}"/>
              </a:ext>
            </a:extLst>
          </p:cNvPr>
          <p:cNvSpPr txBox="1">
            <a:spLocks/>
          </p:cNvSpPr>
          <p:nvPr/>
        </p:nvSpPr>
        <p:spPr>
          <a:xfrm>
            <a:off x="1560723" y="6473211"/>
            <a:ext cx="6836064" cy="241447"/>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800" kern="1200" dirty="0">
                <a:solidFill>
                  <a:schemeClr val="bg1"/>
                </a:solidFill>
                <a:effectLst/>
                <a:latin typeface="+mn-lt"/>
                <a:ea typeface="+mn-ea"/>
                <a:cs typeface="+mn-cs"/>
              </a:rPr>
              <a:t>MediaTek Proprietary and Confidential. © 2024 MediaTek Inc. All rights reserved.</a:t>
            </a:r>
            <a:endParaRPr lang="en-GB" sz="800" dirty="0">
              <a:solidFill>
                <a:schemeClr val="bg1"/>
              </a:solidFill>
              <a:latin typeface="+mn-lt"/>
            </a:endParaRPr>
          </a:p>
        </p:txBody>
      </p:sp>
      <p:sp>
        <p:nvSpPr>
          <p:cNvPr id="2" name="Title 1">
            <a:extLst>
              <a:ext uri="{FF2B5EF4-FFF2-40B4-BE49-F238E27FC236}">
                <a16:creationId xmlns:a16="http://schemas.microsoft.com/office/drawing/2014/main" id="{ECBA367C-172B-D4D0-43A1-A812B5D8D0F9}"/>
              </a:ext>
            </a:extLst>
          </p:cNvPr>
          <p:cNvSpPr>
            <a:spLocks noGrp="1"/>
          </p:cNvSpPr>
          <p:nvPr>
            <p:ph type="title"/>
          </p:nvPr>
        </p:nvSpPr>
        <p:spPr/>
        <p:txBody>
          <a:bodyPr/>
          <a:lstStyle>
            <a:lvl1pPr>
              <a:defRPr baseline="0">
                <a:solidFill>
                  <a:schemeClr val="bg1"/>
                </a:solidFill>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613421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Divider_Red">
    <p:bg>
      <p:bgPr>
        <a:solidFill>
          <a:srgbClr val="E11E3C"/>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996369C5-4144-4203-867D-86A1EF918D4D}"/>
              </a:ext>
            </a:extLst>
          </p:cNvPr>
          <p:cNvSpPr txBox="1">
            <a:spLocks/>
          </p:cNvSpPr>
          <p:nvPr/>
        </p:nvSpPr>
        <p:spPr>
          <a:xfrm>
            <a:off x="1560723" y="6473211"/>
            <a:ext cx="6836064" cy="241447"/>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800" kern="1200" dirty="0">
                <a:solidFill>
                  <a:schemeClr val="bg1"/>
                </a:solidFill>
                <a:effectLst/>
                <a:latin typeface="+mn-lt"/>
                <a:ea typeface="+mn-ea"/>
                <a:cs typeface="+mn-cs"/>
              </a:rPr>
              <a:t>MediaTek Proprietary and Confidential. © 2024 MediaTek Inc. All rights reserved.</a:t>
            </a:r>
            <a:endParaRPr lang="en-GB" sz="800" dirty="0">
              <a:solidFill>
                <a:schemeClr val="bg1"/>
              </a:solidFill>
              <a:latin typeface="+mn-lt"/>
            </a:endParaRPr>
          </a:p>
        </p:txBody>
      </p:sp>
      <p:sp>
        <p:nvSpPr>
          <p:cNvPr id="7" name="Title 6">
            <a:extLst>
              <a:ext uri="{FF2B5EF4-FFF2-40B4-BE49-F238E27FC236}">
                <a16:creationId xmlns:a16="http://schemas.microsoft.com/office/drawing/2014/main" id="{B9FC6C54-A5C0-7B2A-5FD5-E5851A47A363}"/>
              </a:ext>
            </a:extLst>
          </p:cNvPr>
          <p:cNvSpPr>
            <a:spLocks noGrp="1"/>
          </p:cNvSpPr>
          <p:nvPr>
            <p:ph type="title"/>
          </p:nvPr>
        </p:nvSpPr>
        <p:spPr/>
        <p:txBody>
          <a:bodyPr/>
          <a:lstStyle>
            <a:lvl1pPr>
              <a:defRPr baseline="0">
                <a:solidFill>
                  <a:schemeClr val="bg1"/>
                </a:solidFill>
                <a:ea typeface="Microsoft YaHei" panose="020B0503020204020204" pitchFamily="34" charset="-122"/>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326557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DD5FE2-0A76-BC48-390D-130FB4108DA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en-US"/>
          </a:p>
        </p:txBody>
      </p:sp>
      <p:sp>
        <p:nvSpPr>
          <p:cNvPr id="3" name="副標題 2">
            <a:extLst>
              <a:ext uri="{FF2B5EF4-FFF2-40B4-BE49-F238E27FC236}">
                <a16:creationId xmlns:a16="http://schemas.microsoft.com/office/drawing/2014/main" id="{871A2E78-7EF5-D217-669A-91096987C4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a:p>
        </p:txBody>
      </p:sp>
      <p:sp>
        <p:nvSpPr>
          <p:cNvPr id="4" name="日期版面配置區 3">
            <a:extLst>
              <a:ext uri="{FF2B5EF4-FFF2-40B4-BE49-F238E27FC236}">
                <a16:creationId xmlns:a16="http://schemas.microsoft.com/office/drawing/2014/main" id="{714206CA-10C2-95A6-F4BF-8E2ED2B1753B}"/>
              </a:ext>
            </a:extLst>
          </p:cNvPr>
          <p:cNvSpPr>
            <a:spLocks noGrp="1"/>
          </p:cNvSpPr>
          <p:nvPr>
            <p:ph type="dt" sz="half" idx="10"/>
          </p:nvPr>
        </p:nvSpPr>
        <p:spPr/>
        <p:txBody>
          <a:bodyPr/>
          <a:lstStyle/>
          <a:p>
            <a:fld id="{D048D829-A1D1-4D0D-AFC0-CDE06BA1A8BE}" type="datetimeFigureOut">
              <a:rPr lang="en-US" smtClean="0"/>
              <a:t>5/6/2026</a:t>
            </a:fld>
            <a:endParaRPr lang="en-US"/>
          </a:p>
        </p:txBody>
      </p:sp>
      <p:sp>
        <p:nvSpPr>
          <p:cNvPr id="5" name="頁尾版面配置區 4">
            <a:extLst>
              <a:ext uri="{FF2B5EF4-FFF2-40B4-BE49-F238E27FC236}">
                <a16:creationId xmlns:a16="http://schemas.microsoft.com/office/drawing/2014/main" id="{7F122626-DAE8-CC7E-9FBF-F961446E505E}"/>
              </a:ext>
            </a:extLst>
          </p:cNvPr>
          <p:cNvSpPr>
            <a:spLocks noGrp="1"/>
          </p:cNvSpPr>
          <p:nvPr>
            <p:ph type="ftr" sz="quarter" idx="11"/>
          </p:nvPr>
        </p:nvSpPr>
        <p:spPr/>
        <p:txBody>
          <a:bodyPr/>
          <a:lstStyle/>
          <a:p>
            <a:endParaRPr lang="en-US"/>
          </a:p>
        </p:txBody>
      </p:sp>
      <p:sp>
        <p:nvSpPr>
          <p:cNvPr id="6" name="投影片編號版面配置區 5">
            <a:extLst>
              <a:ext uri="{FF2B5EF4-FFF2-40B4-BE49-F238E27FC236}">
                <a16:creationId xmlns:a16="http://schemas.microsoft.com/office/drawing/2014/main" id="{BAEDC74A-FE53-80B1-45FF-D92A825B7892}"/>
              </a:ext>
            </a:extLst>
          </p:cNvPr>
          <p:cNvSpPr>
            <a:spLocks noGrp="1"/>
          </p:cNvSpPr>
          <p:nvPr>
            <p:ph type="sldNum" sz="quarter" idx="12"/>
          </p:nvPr>
        </p:nvSpPr>
        <p:spPr/>
        <p:txBody>
          <a:bodyPr/>
          <a:lstStyle/>
          <a:p>
            <a:fld id="{54C44DAA-E0B8-488B-BA43-C0A7DD2FB442}" type="slidenum">
              <a:rPr lang="en-US" smtClean="0"/>
              <a:t>‹#›</a:t>
            </a:fld>
            <a:endParaRPr lang="en-US"/>
          </a:p>
        </p:txBody>
      </p:sp>
    </p:spTree>
    <p:extLst>
      <p:ext uri="{BB962C8B-B14F-4D97-AF65-F5344CB8AC3E}">
        <p14:creationId xmlns:p14="http://schemas.microsoft.com/office/powerpoint/2010/main" val="2674180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image" Target="../media/image1.png"/><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theme" Target="../theme/theme2.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slideLayout" Target="../slideLayouts/slideLayout48.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slideLayout" Target="../slideLayouts/slideLayout47.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2"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
        <p:nvSpPr>
          <p:cNvPr id="15" name="文字版面配置區 14"/>
          <p:cNvSpPr>
            <a:spLocks noGrp="1"/>
          </p:cNvSpPr>
          <p:nvPr>
            <p:ph type="body" idx="1"/>
          </p:nvPr>
        </p:nvSpPr>
        <p:spPr>
          <a:xfrm>
            <a:off x="431800" y="1371369"/>
            <a:ext cx="10957984" cy="4745929"/>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grpSp>
        <p:nvGrpSpPr>
          <p:cNvPr id="4" name="群組 3"/>
          <p:cNvGrpSpPr/>
          <p:nvPr/>
        </p:nvGrpSpPr>
        <p:grpSpPr>
          <a:xfrm>
            <a:off x="431800" y="6347179"/>
            <a:ext cx="7964987" cy="367479"/>
            <a:chOff x="323850" y="4760384"/>
            <a:chExt cx="5973740" cy="275609"/>
          </a:xfrm>
        </p:grpSpPr>
        <p:sp>
          <p:nvSpPr>
            <p:cNvPr id="5" name="Footer Placeholder 3">
              <a:extLst>
                <a:ext uri="{FF2B5EF4-FFF2-40B4-BE49-F238E27FC236}">
                  <a16:creationId xmlns:a16="http://schemas.microsoft.com/office/drawing/2014/main" id="{996369C5-4144-4203-867D-86A1EF918D4D}"/>
                </a:ext>
              </a:extLst>
            </p:cNvPr>
            <p:cNvSpPr txBox="1">
              <a:spLocks/>
            </p:cNvSpPr>
            <p:nvPr userDrawn="1"/>
          </p:nvSpPr>
          <p:spPr>
            <a:xfrm>
              <a:off x="1170542" y="4854908"/>
              <a:ext cx="5127048" cy="181085"/>
            </a:xfrm>
            <a:prstGeom prst="rect">
              <a:avLst/>
            </a:prstGeom>
          </p:spPr>
          <p:txBody>
            <a:bodyPr vert="horz" lIns="0" tIns="0" rIns="0" bIns="0" rtlCol="0">
              <a:noAutofit/>
            </a:bodyPr>
            <a:lstStyle>
              <a:lvl1pPr marL="271463" indent="-271463" algn="l" defTabSz="914400" rtl="0" eaLnBrk="1" latinLnBrk="0" hangingPunct="1">
                <a:lnSpc>
                  <a:spcPct val="90000"/>
                </a:lnSpc>
                <a:spcBef>
                  <a:spcPts val="1200"/>
                </a:spcBef>
                <a:buFont typeface="Arial" panose="020B0604020202020204" pitchFamily="34" charset="0"/>
                <a:buChar char="•"/>
                <a:defRPr sz="2600" kern="1200">
                  <a:solidFill>
                    <a:schemeClr val="tx1"/>
                  </a:solidFill>
                  <a:latin typeface="+mn-lt"/>
                  <a:ea typeface="+mn-ea"/>
                  <a:cs typeface="+mn-cs"/>
                </a:defRPr>
              </a:lvl1pPr>
              <a:lvl2pPr marL="569913" indent="-112713" algn="l" defTabSz="914400" rtl="0" eaLnBrk="1" latinLnBrk="0" hangingPunct="1">
                <a:lnSpc>
                  <a:spcPct val="90000"/>
                </a:lnSpc>
                <a:spcBef>
                  <a:spcPts val="900"/>
                </a:spcBef>
                <a:buFont typeface="Calibri Light" panose="020F0302020204030204" pitchFamily="34" charset="0"/>
                <a:buChar char="–"/>
                <a:defRPr sz="900" kern="1200">
                  <a:solidFill>
                    <a:schemeClr val="tx1"/>
                  </a:solidFill>
                  <a:latin typeface="+mn-lt"/>
                  <a:ea typeface="+mn-ea"/>
                  <a:cs typeface="+mn-cs"/>
                </a:defRPr>
              </a:lvl2pPr>
              <a:lvl3pPr marL="1028700" indent="-120650" algn="l" defTabSz="914400" rtl="0" eaLnBrk="1" latinLnBrk="0" hangingPunct="1">
                <a:lnSpc>
                  <a:spcPct val="90000"/>
                </a:lnSpc>
                <a:spcBef>
                  <a:spcPts val="600"/>
                </a:spcBef>
                <a:buFont typeface="Arial" panose="020B0604020202020204" pitchFamily="34" charset="0"/>
                <a:buChar char="-"/>
                <a:defRPr sz="900" kern="1200">
                  <a:solidFill>
                    <a:schemeClr val="tx1"/>
                  </a:solidFill>
                  <a:latin typeface="+mn-lt"/>
                  <a:ea typeface="+mn-ea"/>
                  <a:cs typeface="+mn-cs"/>
                </a:defRPr>
              </a:lvl3pPr>
              <a:lvl4pPr marL="1484313" indent="-122238"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4pPr>
              <a:lvl5pPr marL="1943100" indent="-111125" algn="l"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800" kern="1200" dirty="0">
                  <a:solidFill>
                    <a:schemeClr val="bg1">
                      <a:lumMod val="50000"/>
                    </a:schemeClr>
                  </a:solidFill>
                  <a:effectLst/>
                  <a:latin typeface="+mn-lt"/>
                  <a:ea typeface="+mn-ea"/>
                  <a:cs typeface="+mn-cs"/>
                </a:rPr>
                <a:t>MediaTek Proprietary and Confidential. © 2024 MediaTek Inc. All rights reserved.</a:t>
              </a:r>
              <a:endParaRPr lang="en-GB" sz="800" dirty="0">
                <a:solidFill>
                  <a:schemeClr val="bg1">
                    <a:lumMod val="50000"/>
                  </a:schemeClr>
                </a:solidFill>
                <a:latin typeface="+mn-lt"/>
              </a:endParaRPr>
            </a:p>
          </p:txBody>
        </p:sp>
        <p:pic>
          <p:nvPicPr>
            <p:cNvPr id="3" name="圖片 2"/>
            <p:cNvPicPr>
              <a:picLocks noChangeAspect="1"/>
            </p:cNvPicPr>
            <p:nvPr userDrawn="1"/>
          </p:nvPicPr>
          <p:blipFill>
            <a:blip r:embed="rId26" cstate="screen">
              <a:extLst>
                <a:ext uri="{28A0092B-C50C-407E-A947-70E740481C1C}">
                  <a14:useLocalDpi xmlns:a14="http://schemas.microsoft.com/office/drawing/2010/main"/>
                </a:ext>
              </a:extLst>
            </a:blip>
            <a:stretch>
              <a:fillRect/>
            </a:stretch>
          </p:blipFill>
          <p:spPr>
            <a:xfrm>
              <a:off x="323850" y="4760384"/>
              <a:ext cx="759123" cy="217106"/>
            </a:xfrm>
            <a:prstGeom prst="rect">
              <a:avLst/>
            </a:prstGeom>
          </p:spPr>
        </p:pic>
      </p:grpSp>
    </p:spTree>
    <p:extLst>
      <p:ext uri="{BB962C8B-B14F-4D97-AF65-F5344CB8AC3E}">
        <p14:creationId xmlns:p14="http://schemas.microsoft.com/office/powerpoint/2010/main" val="4428088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lnSpc>
          <a:spcPct val="100000"/>
        </a:lnSpc>
        <a:spcBef>
          <a:spcPct val="0"/>
        </a:spcBef>
        <a:buNone/>
        <a:defRPr sz="3733" b="1" u="none" kern="1200" baseline="0">
          <a:solidFill>
            <a:srgbClr val="F39A1E"/>
          </a:solidFill>
          <a:latin typeface="Calibri" panose="020F0502020204030204" pitchFamily="34" charset="0"/>
          <a:ea typeface="微軟正黑體" panose="020B0604030504040204" pitchFamily="34" charset="-120"/>
          <a:cs typeface="Arial"/>
        </a:defRPr>
      </a:lvl1pPr>
    </p:titleStyle>
    <p:bodyStyle>
      <a:lvl1pPr marL="361942" indent="-361942" algn="l" defTabSz="1219170" rtl="0" eaLnBrk="1" latinLnBrk="0" hangingPunct="1">
        <a:lnSpc>
          <a:spcPct val="90000"/>
        </a:lnSpc>
        <a:spcBef>
          <a:spcPts val="1600"/>
        </a:spcBef>
        <a:buFont typeface="Arial" panose="020B0604020202020204" pitchFamily="34" charset="0"/>
        <a:buChar char="•"/>
        <a:defRPr lang="zh-TW" altLang="en-US" sz="2667" b="1" kern="1200" baseline="0" dirty="0" smtClean="0">
          <a:solidFill>
            <a:schemeClr val="tx1"/>
          </a:solidFill>
          <a:latin typeface="Calibri" panose="020F0502020204030204" pitchFamily="34" charset="0"/>
          <a:ea typeface="微軟正黑體" panose="020B0604030504040204" pitchFamily="34" charset="-120"/>
          <a:cs typeface="Arial"/>
        </a:defRPr>
      </a:lvl1pPr>
      <a:lvl2pPr marL="1073124" indent="-478355" algn="l" defTabSz="1219170" rtl="0" eaLnBrk="1" latinLnBrk="0" hangingPunct="1">
        <a:lnSpc>
          <a:spcPct val="90000"/>
        </a:lnSpc>
        <a:spcBef>
          <a:spcPts val="1200"/>
        </a:spcBef>
        <a:buFont typeface="Calibri Light" panose="020F0302020204030204" pitchFamily="34" charset="0"/>
        <a:buChar char="–"/>
        <a:defRPr sz="2133" b="1" kern="1200" baseline="0">
          <a:solidFill>
            <a:schemeClr val="tx1"/>
          </a:solidFill>
          <a:latin typeface="+mj-lt"/>
          <a:ea typeface="+mn-ea"/>
          <a:cs typeface="Arial"/>
        </a:defRPr>
      </a:lvl2pPr>
      <a:lvl3pPr marL="1437181" indent="-232828" algn="l" defTabSz="1219170" rtl="0" eaLnBrk="1" latinLnBrk="0" hangingPunct="1">
        <a:lnSpc>
          <a:spcPct val="90000"/>
        </a:lnSpc>
        <a:spcBef>
          <a:spcPts val="800"/>
        </a:spcBef>
        <a:buFont typeface="Arial" panose="020B0604020202020204" pitchFamily="34" charset="0"/>
        <a:buChar char="-"/>
        <a:defRPr sz="1600" kern="1200" baseline="0">
          <a:solidFill>
            <a:schemeClr val="tx1"/>
          </a:solidFill>
          <a:latin typeface="+mj-lt"/>
          <a:ea typeface="+mn-ea"/>
          <a:cs typeface="Arial"/>
        </a:defRPr>
      </a:lvl3pPr>
      <a:lvl4pPr marL="1676358" indent="-237061" algn="l" defTabSz="1219170" rtl="0" eaLnBrk="1" latinLnBrk="0" hangingPunct="1">
        <a:lnSpc>
          <a:spcPct val="90000"/>
        </a:lnSpc>
        <a:spcBef>
          <a:spcPts val="667"/>
        </a:spcBef>
        <a:buFont typeface="Arial" panose="020B0604020202020204" pitchFamily="34" charset="0"/>
        <a:buChar char="•"/>
        <a:defRPr sz="1600" kern="1200" baseline="0">
          <a:solidFill>
            <a:schemeClr val="tx1"/>
          </a:solidFill>
          <a:latin typeface="+mj-lt"/>
          <a:ea typeface="+mn-ea"/>
          <a:cs typeface="Arial"/>
        </a:defRPr>
      </a:lvl4pPr>
      <a:lvl5pPr marL="1913419" indent="-237061" algn="l" defTabSz="1219170" rtl="0" eaLnBrk="1" latinLnBrk="0" hangingPunct="1">
        <a:lnSpc>
          <a:spcPct val="90000"/>
        </a:lnSpc>
        <a:spcBef>
          <a:spcPts val="667"/>
        </a:spcBef>
        <a:buFont typeface="Arial" panose="020B0604020202020204" pitchFamily="34" charset="0"/>
        <a:buChar char="-"/>
        <a:defRPr sz="1467" kern="1200" baseline="0">
          <a:solidFill>
            <a:schemeClr val="tx1"/>
          </a:solidFill>
          <a:latin typeface="+mj-lt"/>
          <a:ea typeface="+mn-ea"/>
          <a:cs typeface="Arial"/>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556">
          <p15:clr>
            <a:srgbClr val="F26B43"/>
          </p15:clr>
        </p15:guide>
        <p15:guide id="2" orient="horz" pos="383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1389786" y="6491916"/>
            <a:ext cx="370415" cy="144000"/>
          </a:xfrm>
          <a:prstGeom prst="rect">
            <a:avLst/>
          </a:prstGeom>
        </p:spPr>
        <p:txBody>
          <a:bodyPr vert="horz" lIns="0" tIns="0" rIns="0" bIns="0" rtlCol="0" anchor="ctr"/>
          <a:lstStyle>
            <a:lvl1pPr algn="r">
              <a:defRPr sz="800">
                <a:solidFill>
                  <a:schemeClr val="tx1">
                    <a:tint val="75000"/>
                  </a:schemeClr>
                </a:solidFill>
                <a:latin typeface="+mj-lt"/>
              </a:defRPr>
            </a:lvl1pPr>
          </a:lstStyle>
          <a:p>
            <a:fld id="{54C44DAA-E0B8-488B-BA43-C0A7DD2FB442}" type="slidenum">
              <a:rPr lang="en-US" smtClean="0"/>
              <a:t>‹#›</a:t>
            </a:fld>
            <a:endParaRPr lang="en-US"/>
          </a:p>
        </p:txBody>
      </p:sp>
      <p:sp>
        <p:nvSpPr>
          <p:cNvPr id="2" name="標題版面配置區 1"/>
          <p:cNvSpPr>
            <a:spLocks noGrp="1"/>
          </p:cNvSpPr>
          <p:nvPr>
            <p:ph type="title"/>
          </p:nvPr>
        </p:nvSpPr>
        <p:spPr>
          <a:xfrm>
            <a:off x="431800" y="236893"/>
            <a:ext cx="10957984" cy="960619"/>
          </a:xfrm>
          <a:prstGeom prst="rect">
            <a:avLst/>
          </a:prstGeom>
        </p:spPr>
        <p:txBody>
          <a:bodyPr vert="horz" lIns="91440" tIns="45720" rIns="91440" bIns="45720" rtlCol="0" anchor="ctr">
            <a:normAutofit/>
          </a:bodyPr>
          <a:lstStyle/>
          <a:p>
            <a:r>
              <a:rPr lang="zh-TW" altLang="en-US"/>
              <a:t>按一下以編輯母片標題樣式</a:t>
            </a:r>
            <a:endParaRPr lang="zh-TW" altLang="en-US" dirty="0"/>
          </a:p>
        </p:txBody>
      </p:sp>
      <p:sp>
        <p:nvSpPr>
          <p:cNvPr id="15" name="文字版面配置區 14"/>
          <p:cNvSpPr>
            <a:spLocks noGrp="1"/>
          </p:cNvSpPr>
          <p:nvPr>
            <p:ph type="body" idx="1"/>
          </p:nvPr>
        </p:nvSpPr>
        <p:spPr>
          <a:xfrm>
            <a:off x="431800" y="1371369"/>
            <a:ext cx="10957984" cy="4745929"/>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pic>
        <p:nvPicPr>
          <p:cNvPr id="3" name="圖片 2"/>
          <p:cNvPicPr>
            <a:picLocks noChangeAspect="1"/>
          </p:cNvPicPr>
          <p:nvPr userDrawn="1"/>
        </p:nvPicPr>
        <p:blipFill>
          <a:blip r:embed="rId26" cstate="screen">
            <a:extLst>
              <a:ext uri="{28A0092B-C50C-407E-A947-70E740481C1C}">
                <a14:useLocalDpi xmlns:a14="http://schemas.microsoft.com/office/drawing/2010/main"/>
              </a:ext>
            </a:extLst>
          </a:blip>
          <a:stretch>
            <a:fillRect/>
          </a:stretch>
        </p:blipFill>
        <p:spPr>
          <a:xfrm>
            <a:off x="431800" y="6347179"/>
            <a:ext cx="1012164" cy="289475"/>
          </a:xfrm>
          <a:prstGeom prst="rect">
            <a:avLst/>
          </a:prstGeom>
        </p:spPr>
      </p:pic>
    </p:spTree>
    <p:extLst>
      <p:ext uri="{BB962C8B-B14F-4D97-AF65-F5344CB8AC3E}">
        <p14:creationId xmlns:p14="http://schemas.microsoft.com/office/powerpoint/2010/main" val="57179094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lnSpc>
          <a:spcPct val="100000"/>
        </a:lnSpc>
        <a:spcBef>
          <a:spcPct val="0"/>
        </a:spcBef>
        <a:buNone/>
        <a:defRPr sz="3733" b="1" u="none" kern="1200" baseline="0">
          <a:solidFill>
            <a:srgbClr val="F39A1E"/>
          </a:solidFill>
          <a:latin typeface="Calibri" panose="020F0502020204030204" pitchFamily="34" charset="0"/>
          <a:ea typeface="微軟正黑體" panose="020B0604030504040204" pitchFamily="34" charset="-120"/>
          <a:cs typeface="Arial"/>
        </a:defRPr>
      </a:lvl1pPr>
    </p:titleStyle>
    <p:bodyStyle>
      <a:lvl1pPr marL="361942" indent="-361942" algn="l" defTabSz="1219170" rtl="0" eaLnBrk="1" latinLnBrk="0" hangingPunct="1">
        <a:lnSpc>
          <a:spcPct val="90000"/>
        </a:lnSpc>
        <a:spcBef>
          <a:spcPts val="1600"/>
        </a:spcBef>
        <a:buFont typeface="Arial" panose="020B0604020202020204" pitchFamily="34" charset="0"/>
        <a:buChar char="•"/>
        <a:defRPr lang="zh-TW" altLang="en-US" sz="2667" b="1" kern="1200" baseline="0" dirty="0" smtClean="0">
          <a:solidFill>
            <a:schemeClr val="tx1"/>
          </a:solidFill>
          <a:latin typeface="Calibri" panose="020F0502020204030204" pitchFamily="34" charset="0"/>
          <a:ea typeface="微軟正黑體" panose="020B0604030504040204" pitchFamily="34" charset="-120"/>
          <a:cs typeface="Arial"/>
        </a:defRPr>
      </a:lvl1pPr>
      <a:lvl2pPr marL="1073124" indent="-478355" algn="l" defTabSz="1219170" rtl="0" eaLnBrk="1" latinLnBrk="0" hangingPunct="1">
        <a:lnSpc>
          <a:spcPct val="90000"/>
        </a:lnSpc>
        <a:spcBef>
          <a:spcPts val="1200"/>
        </a:spcBef>
        <a:buFont typeface="Calibri Light" panose="020F0302020204030204" pitchFamily="34" charset="0"/>
        <a:buChar char="–"/>
        <a:defRPr sz="2133" b="1" kern="1200" baseline="0">
          <a:solidFill>
            <a:schemeClr val="tx1"/>
          </a:solidFill>
          <a:latin typeface="+mj-lt"/>
          <a:ea typeface="+mn-ea"/>
          <a:cs typeface="Arial"/>
        </a:defRPr>
      </a:lvl2pPr>
      <a:lvl3pPr marL="1437181" indent="-232828" algn="l" defTabSz="1219170" rtl="0" eaLnBrk="1" latinLnBrk="0" hangingPunct="1">
        <a:lnSpc>
          <a:spcPct val="90000"/>
        </a:lnSpc>
        <a:spcBef>
          <a:spcPts val="800"/>
        </a:spcBef>
        <a:buFont typeface="Arial" panose="020B0604020202020204" pitchFamily="34" charset="0"/>
        <a:buChar char="-"/>
        <a:defRPr sz="1600" kern="1200" baseline="0">
          <a:solidFill>
            <a:schemeClr val="tx1"/>
          </a:solidFill>
          <a:latin typeface="+mj-lt"/>
          <a:ea typeface="+mn-ea"/>
          <a:cs typeface="Arial"/>
        </a:defRPr>
      </a:lvl3pPr>
      <a:lvl4pPr marL="1676358" indent="-237061" algn="l" defTabSz="1219170" rtl="0" eaLnBrk="1" latinLnBrk="0" hangingPunct="1">
        <a:lnSpc>
          <a:spcPct val="90000"/>
        </a:lnSpc>
        <a:spcBef>
          <a:spcPts val="667"/>
        </a:spcBef>
        <a:buFont typeface="Arial" panose="020B0604020202020204" pitchFamily="34" charset="0"/>
        <a:buChar char="•"/>
        <a:defRPr sz="1600" kern="1200" baseline="0">
          <a:solidFill>
            <a:schemeClr val="tx1"/>
          </a:solidFill>
          <a:latin typeface="+mj-lt"/>
          <a:ea typeface="+mn-ea"/>
          <a:cs typeface="Arial"/>
        </a:defRPr>
      </a:lvl4pPr>
      <a:lvl5pPr marL="1913419" indent="-237061" algn="l" defTabSz="1219170" rtl="0" eaLnBrk="1" latinLnBrk="0" hangingPunct="1">
        <a:lnSpc>
          <a:spcPct val="90000"/>
        </a:lnSpc>
        <a:spcBef>
          <a:spcPts val="667"/>
        </a:spcBef>
        <a:buFont typeface="Arial" panose="020B0604020202020204" pitchFamily="34" charset="0"/>
        <a:buChar char="-"/>
        <a:defRPr sz="1467" kern="1200" baseline="0">
          <a:solidFill>
            <a:schemeClr val="tx1"/>
          </a:solidFill>
          <a:latin typeface="+mj-lt"/>
          <a:ea typeface="+mn-ea"/>
          <a:cs typeface="Arial"/>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556">
          <p15:clr>
            <a:srgbClr val="F26B43"/>
          </p15:clr>
        </p15:guide>
        <p15:guide id="2" orient="horz" pos="383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6.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6.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github.com/IENT/YUView" TargetMode="Externa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89EF3C68-1F24-31CE-9876-B71A1688FBF0}"/>
              </a:ext>
            </a:extLst>
          </p:cNvPr>
          <p:cNvSpPr>
            <a:spLocks noGrp="1"/>
          </p:cNvSpPr>
          <p:nvPr>
            <p:ph type="body" sz="quarter" idx="13"/>
          </p:nvPr>
        </p:nvSpPr>
        <p:spPr>
          <a:xfrm>
            <a:off x="3160891" y="2449672"/>
            <a:ext cx="7789051" cy="1526852"/>
          </a:xfrm>
        </p:spPr>
        <p:txBody>
          <a:bodyPr>
            <a:normAutofit/>
          </a:bodyPr>
          <a:lstStyle/>
          <a:p>
            <a:r>
              <a:rPr lang="en-US" altLang="zh-TW" dirty="0"/>
              <a:t>Computer Vision Final Project:</a:t>
            </a:r>
          </a:p>
          <a:p>
            <a:r>
              <a:rPr lang="en-US" dirty="0"/>
              <a:t>Frame Generation</a:t>
            </a:r>
          </a:p>
        </p:txBody>
      </p:sp>
      <p:sp>
        <p:nvSpPr>
          <p:cNvPr id="10" name="Text Placeholder 2">
            <a:extLst>
              <a:ext uri="{FF2B5EF4-FFF2-40B4-BE49-F238E27FC236}">
                <a16:creationId xmlns:a16="http://schemas.microsoft.com/office/drawing/2014/main" id="{35CFFB96-98D8-A72F-719C-573949CC5F1A}"/>
              </a:ext>
            </a:extLst>
          </p:cNvPr>
          <p:cNvSpPr>
            <a:spLocks noGrp="1"/>
          </p:cNvSpPr>
          <p:nvPr>
            <p:ph type="body" sz="quarter" idx="14"/>
          </p:nvPr>
        </p:nvSpPr>
        <p:spPr>
          <a:xfrm>
            <a:off x="3160891" y="4111433"/>
            <a:ext cx="5625195" cy="853949"/>
          </a:xfrm>
        </p:spPr>
        <p:txBody>
          <a:bodyPr>
            <a:normAutofit/>
          </a:bodyPr>
          <a:lstStyle/>
          <a:p>
            <a:r>
              <a:rPr lang="zh-TW" altLang="en-US" dirty="0"/>
              <a:t>徐志瑋 </a:t>
            </a:r>
            <a:r>
              <a:rPr lang="en-US" altLang="zh-TW" dirty="0"/>
              <a:t>cw.hsu</a:t>
            </a:r>
            <a:r>
              <a:rPr lang="en-US" dirty="0"/>
              <a:t>@mediatek.com</a:t>
            </a:r>
          </a:p>
          <a:p>
            <a:endParaRPr lang="en-US" dirty="0"/>
          </a:p>
        </p:txBody>
      </p:sp>
    </p:spTree>
    <p:extLst>
      <p:ext uri="{BB962C8B-B14F-4D97-AF65-F5344CB8AC3E}">
        <p14:creationId xmlns:p14="http://schemas.microsoft.com/office/powerpoint/2010/main" val="380195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A8D8D162-72A3-77E8-C68B-08EF6A40ECC7}"/>
              </a:ext>
            </a:extLst>
          </p:cNvPr>
          <p:cNvSpPr>
            <a:spLocks noGrp="1"/>
          </p:cNvSpPr>
          <p:nvPr>
            <p:ph type="body" sz="quarter" idx="10"/>
          </p:nvPr>
        </p:nvSpPr>
        <p:spPr/>
        <p:txBody>
          <a:bodyPr/>
          <a:lstStyle/>
          <a:p>
            <a:r>
              <a:rPr lang="en-US" dirty="0"/>
              <a:t>Frame generation is a widely used technology in gaming and video processing to create and insert new frames between the existing frames.</a:t>
            </a:r>
          </a:p>
          <a:p>
            <a:pPr lvl="1"/>
            <a:r>
              <a:rPr lang="en-US" dirty="0"/>
              <a:t>30 fps </a:t>
            </a:r>
            <a:r>
              <a:rPr lang="en-US" dirty="0">
                <a:sym typeface="Wingdings" panose="05000000000000000000" pitchFamily="2" charset="2"/>
              </a:rPr>
              <a:t> 60 fps  120 fps</a:t>
            </a:r>
          </a:p>
          <a:p>
            <a:r>
              <a:rPr lang="en-US" dirty="0">
                <a:sym typeface="Wingdings" panose="05000000000000000000" pitchFamily="2" charset="2"/>
              </a:rPr>
              <a:t>Frame generation can also be applied to video compression.</a:t>
            </a:r>
          </a:p>
          <a:p>
            <a:pPr lvl="1"/>
            <a:r>
              <a:rPr lang="en-US" dirty="0">
                <a:sym typeface="Wingdings" panose="05000000000000000000" pitchFamily="2" charset="2"/>
              </a:rPr>
              <a:t>A to-be-compressed frame can be predicted by a generated frame.</a:t>
            </a:r>
          </a:p>
          <a:p>
            <a:endParaRPr lang="en-US" dirty="0"/>
          </a:p>
          <a:p>
            <a:pPr lvl="1"/>
            <a:endParaRPr lang="en-US" dirty="0"/>
          </a:p>
        </p:txBody>
      </p:sp>
      <p:sp>
        <p:nvSpPr>
          <p:cNvPr id="3" name="標題 2">
            <a:extLst>
              <a:ext uri="{FF2B5EF4-FFF2-40B4-BE49-F238E27FC236}">
                <a16:creationId xmlns:a16="http://schemas.microsoft.com/office/drawing/2014/main" id="{BF304189-61F4-A549-9FC6-E2CAD8536F56}"/>
              </a:ext>
            </a:extLst>
          </p:cNvPr>
          <p:cNvSpPr>
            <a:spLocks noGrp="1"/>
          </p:cNvSpPr>
          <p:nvPr>
            <p:ph type="title"/>
          </p:nvPr>
        </p:nvSpPr>
        <p:spPr/>
        <p:txBody>
          <a:bodyPr/>
          <a:lstStyle/>
          <a:p>
            <a:r>
              <a:rPr lang="en-US" altLang="zh-TW" dirty="0"/>
              <a:t>Frame Generation</a:t>
            </a:r>
            <a:endParaRPr lang="en-US" dirty="0"/>
          </a:p>
        </p:txBody>
      </p:sp>
      <p:pic>
        <p:nvPicPr>
          <p:cNvPr id="1026" name="Picture 2" descr="Diagram of NvOFFRUC process.">
            <a:extLst>
              <a:ext uri="{FF2B5EF4-FFF2-40B4-BE49-F238E27FC236}">
                <a16:creationId xmlns:a16="http://schemas.microsoft.com/office/drawing/2014/main" id="{8BC1918F-385B-54E2-7DED-9C01F9C140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1177" y="3619618"/>
            <a:ext cx="7429500"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410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91EDAF93-9CBC-0B41-0FB9-E356CA1FA536}"/>
              </a:ext>
            </a:extLst>
          </p:cNvPr>
          <p:cNvSpPr>
            <a:spLocks noGrp="1"/>
          </p:cNvSpPr>
          <p:nvPr>
            <p:ph type="body" sz="quarter" idx="10"/>
          </p:nvPr>
        </p:nvSpPr>
        <p:spPr>
          <a:xfrm>
            <a:off x="431800" y="1376785"/>
            <a:ext cx="10957984" cy="2458097"/>
          </a:xfrm>
        </p:spPr>
        <p:txBody>
          <a:bodyPr>
            <a:normAutofit/>
          </a:bodyPr>
          <a:lstStyle/>
          <a:p>
            <a:r>
              <a:rPr lang="en-US" dirty="0"/>
              <a:t>Given base layer (BL) frame of time index t, enhancement layer (EL) frame of t-1, and EL frame of t+1, please generate </a:t>
            </a:r>
            <a:r>
              <a:rPr lang="en-US" altLang="zh-TW" dirty="0"/>
              <a:t>EL frame of t</a:t>
            </a:r>
            <a:endParaRPr lang="en-US" dirty="0"/>
          </a:p>
          <a:p>
            <a:pPr lvl="1"/>
            <a:r>
              <a:rPr lang="en-US" dirty="0"/>
              <a:t>Given </a:t>
            </a:r>
            <a:r>
              <a:rPr lang="en-US" altLang="zh-TW" dirty="0"/>
              <a:t>even frames of</a:t>
            </a:r>
            <a:r>
              <a:rPr lang="en-US" dirty="0"/>
              <a:t> a 4K (3840x2160) video sequence</a:t>
            </a:r>
          </a:p>
          <a:p>
            <a:pPr lvl="1"/>
            <a:r>
              <a:rPr lang="en-US" dirty="0"/>
              <a:t>Given odd frames of a Full High-Definition (FHD, 1920x1080) video sequence</a:t>
            </a:r>
          </a:p>
          <a:p>
            <a:pPr lvl="1"/>
            <a:r>
              <a:rPr lang="en-US" dirty="0"/>
              <a:t>Generate odd frames of the 4K video sequence</a:t>
            </a:r>
          </a:p>
        </p:txBody>
      </p:sp>
      <p:sp>
        <p:nvSpPr>
          <p:cNvPr id="3" name="標題 2">
            <a:extLst>
              <a:ext uri="{FF2B5EF4-FFF2-40B4-BE49-F238E27FC236}">
                <a16:creationId xmlns:a16="http://schemas.microsoft.com/office/drawing/2014/main" id="{CBF58400-2FED-AAC9-9B99-6765CD5057E5}"/>
              </a:ext>
            </a:extLst>
          </p:cNvPr>
          <p:cNvSpPr>
            <a:spLocks noGrp="1"/>
          </p:cNvSpPr>
          <p:nvPr>
            <p:ph type="title"/>
          </p:nvPr>
        </p:nvSpPr>
        <p:spPr/>
        <p:txBody>
          <a:bodyPr/>
          <a:lstStyle/>
          <a:p>
            <a:r>
              <a:rPr lang="en-US" altLang="zh-TW" dirty="0"/>
              <a:t>Project </a:t>
            </a:r>
            <a:r>
              <a:rPr lang="en-US" dirty="0"/>
              <a:t>Goal</a:t>
            </a:r>
          </a:p>
        </p:txBody>
      </p:sp>
      <p:pic>
        <p:nvPicPr>
          <p:cNvPr id="4" name="圖片 3">
            <a:extLst>
              <a:ext uri="{FF2B5EF4-FFF2-40B4-BE49-F238E27FC236}">
                <a16:creationId xmlns:a16="http://schemas.microsoft.com/office/drawing/2014/main" id="{3025C16B-6331-C5C3-05DF-847BD230BD93}"/>
              </a:ext>
            </a:extLst>
          </p:cNvPr>
          <p:cNvPicPr>
            <a:picLocks noChangeAspect="1"/>
          </p:cNvPicPr>
          <p:nvPr/>
        </p:nvPicPr>
        <p:blipFill>
          <a:blip r:embed="rId2"/>
          <a:stretch>
            <a:fillRect/>
          </a:stretch>
        </p:blipFill>
        <p:spPr>
          <a:xfrm>
            <a:off x="1376165" y="3834882"/>
            <a:ext cx="2950409" cy="1681775"/>
          </a:xfrm>
          <a:prstGeom prst="rect">
            <a:avLst/>
          </a:prstGeom>
        </p:spPr>
      </p:pic>
      <p:pic>
        <p:nvPicPr>
          <p:cNvPr id="6" name="圖片 5">
            <a:extLst>
              <a:ext uri="{FF2B5EF4-FFF2-40B4-BE49-F238E27FC236}">
                <a16:creationId xmlns:a16="http://schemas.microsoft.com/office/drawing/2014/main" id="{F35F3642-EBC0-3F23-1687-4F2E6E1DD4D5}"/>
              </a:ext>
            </a:extLst>
          </p:cNvPr>
          <p:cNvPicPr>
            <a:picLocks noChangeAspect="1"/>
          </p:cNvPicPr>
          <p:nvPr/>
        </p:nvPicPr>
        <p:blipFill>
          <a:blip r:embed="rId3"/>
          <a:stretch>
            <a:fillRect/>
          </a:stretch>
        </p:blipFill>
        <p:spPr>
          <a:xfrm>
            <a:off x="8149514" y="3834882"/>
            <a:ext cx="3019559" cy="1715659"/>
          </a:xfrm>
          <a:prstGeom prst="rect">
            <a:avLst/>
          </a:prstGeom>
        </p:spPr>
      </p:pic>
      <p:pic>
        <p:nvPicPr>
          <p:cNvPr id="8" name="圖片 7">
            <a:extLst>
              <a:ext uri="{FF2B5EF4-FFF2-40B4-BE49-F238E27FC236}">
                <a16:creationId xmlns:a16="http://schemas.microsoft.com/office/drawing/2014/main" id="{F128CE9E-27AF-417C-591B-975BE35A543E}"/>
              </a:ext>
            </a:extLst>
          </p:cNvPr>
          <p:cNvPicPr>
            <a:picLocks noChangeAspect="1"/>
          </p:cNvPicPr>
          <p:nvPr/>
        </p:nvPicPr>
        <p:blipFill>
          <a:blip r:embed="rId4"/>
          <a:stretch>
            <a:fillRect/>
          </a:stretch>
        </p:blipFill>
        <p:spPr>
          <a:xfrm>
            <a:off x="5514293" y="5732342"/>
            <a:ext cx="1569191" cy="888765"/>
          </a:xfrm>
          <a:prstGeom prst="rect">
            <a:avLst/>
          </a:prstGeom>
        </p:spPr>
      </p:pic>
      <p:sp>
        <p:nvSpPr>
          <p:cNvPr id="10" name="文字方塊 9">
            <a:extLst>
              <a:ext uri="{FF2B5EF4-FFF2-40B4-BE49-F238E27FC236}">
                <a16:creationId xmlns:a16="http://schemas.microsoft.com/office/drawing/2014/main" id="{C462D733-ABF8-BF6E-4161-7B4F5CF5C72E}"/>
              </a:ext>
            </a:extLst>
          </p:cNvPr>
          <p:cNvSpPr txBox="1"/>
          <p:nvPr/>
        </p:nvSpPr>
        <p:spPr>
          <a:xfrm>
            <a:off x="343616" y="4516582"/>
            <a:ext cx="811838" cy="572654"/>
          </a:xfrm>
          <a:prstGeom prst="rect">
            <a:avLst/>
          </a:prstGeom>
        </p:spPr>
        <p:txBody>
          <a:bodyPr wrap="square" lIns="0" tIns="0" rIns="0" bIns="0" rtlCol="0">
            <a:noAutofit/>
          </a:bodyPr>
          <a:lstStyle/>
          <a:p>
            <a:r>
              <a:rPr lang="en-US" sz="2400" b="1" dirty="0">
                <a:solidFill>
                  <a:srgbClr val="0070C0"/>
                </a:solidFill>
              </a:rPr>
              <a:t>EL, 4K</a:t>
            </a:r>
          </a:p>
        </p:txBody>
      </p:sp>
      <p:sp>
        <p:nvSpPr>
          <p:cNvPr id="11" name="文字方塊 10">
            <a:extLst>
              <a:ext uri="{FF2B5EF4-FFF2-40B4-BE49-F238E27FC236}">
                <a16:creationId xmlns:a16="http://schemas.microsoft.com/office/drawing/2014/main" id="{63CD44D8-05DB-01AC-2CD1-8B41D83DB077}"/>
              </a:ext>
            </a:extLst>
          </p:cNvPr>
          <p:cNvSpPr txBox="1"/>
          <p:nvPr/>
        </p:nvSpPr>
        <p:spPr>
          <a:xfrm>
            <a:off x="343615" y="5770936"/>
            <a:ext cx="1198857" cy="572654"/>
          </a:xfrm>
          <a:prstGeom prst="rect">
            <a:avLst/>
          </a:prstGeom>
        </p:spPr>
        <p:txBody>
          <a:bodyPr wrap="square" lIns="0" tIns="0" rIns="0" bIns="0" rtlCol="0">
            <a:noAutofit/>
          </a:bodyPr>
          <a:lstStyle/>
          <a:p>
            <a:r>
              <a:rPr lang="en-US" sz="2400" b="1" dirty="0">
                <a:solidFill>
                  <a:srgbClr val="0070C0"/>
                </a:solidFill>
              </a:rPr>
              <a:t>BL, FHD</a:t>
            </a:r>
          </a:p>
        </p:txBody>
      </p:sp>
      <p:sp>
        <p:nvSpPr>
          <p:cNvPr id="12" name="文字方塊 11">
            <a:extLst>
              <a:ext uri="{FF2B5EF4-FFF2-40B4-BE49-F238E27FC236}">
                <a16:creationId xmlns:a16="http://schemas.microsoft.com/office/drawing/2014/main" id="{25D529B6-9F4F-B9F9-B14F-24A52D387E23}"/>
              </a:ext>
            </a:extLst>
          </p:cNvPr>
          <p:cNvSpPr txBox="1"/>
          <p:nvPr/>
        </p:nvSpPr>
        <p:spPr>
          <a:xfrm>
            <a:off x="2335068" y="3441501"/>
            <a:ext cx="1198857" cy="572654"/>
          </a:xfrm>
          <a:prstGeom prst="rect">
            <a:avLst/>
          </a:prstGeom>
        </p:spPr>
        <p:txBody>
          <a:bodyPr wrap="square" lIns="0" tIns="0" rIns="0" bIns="0" rtlCol="0">
            <a:noAutofit/>
          </a:bodyPr>
          <a:lstStyle/>
          <a:p>
            <a:pPr algn="ctr"/>
            <a:r>
              <a:rPr lang="en-US" sz="2400" b="1" dirty="0">
                <a:solidFill>
                  <a:srgbClr val="00B050"/>
                </a:solidFill>
              </a:rPr>
              <a:t>t = 0</a:t>
            </a:r>
          </a:p>
        </p:txBody>
      </p:sp>
      <p:sp>
        <p:nvSpPr>
          <p:cNvPr id="13" name="文字方塊 12">
            <a:extLst>
              <a:ext uri="{FF2B5EF4-FFF2-40B4-BE49-F238E27FC236}">
                <a16:creationId xmlns:a16="http://schemas.microsoft.com/office/drawing/2014/main" id="{27E1E5BA-AC7E-BCCD-D1D2-E8BB2F5AC753}"/>
              </a:ext>
            </a:extLst>
          </p:cNvPr>
          <p:cNvSpPr txBox="1"/>
          <p:nvPr/>
        </p:nvSpPr>
        <p:spPr>
          <a:xfrm>
            <a:off x="5663569" y="3412836"/>
            <a:ext cx="1198857" cy="572654"/>
          </a:xfrm>
          <a:prstGeom prst="rect">
            <a:avLst/>
          </a:prstGeom>
        </p:spPr>
        <p:txBody>
          <a:bodyPr wrap="square" lIns="0" tIns="0" rIns="0" bIns="0" rtlCol="0">
            <a:noAutofit/>
          </a:bodyPr>
          <a:lstStyle/>
          <a:p>
            <a:pPr algn="ctr"/>
            <a:r>
              <a:rPr lang="en-US" sz="2400" b="1" dirty="0">
                <a:solidFill>
                  <a:srgbClr val="00B050"/>
                </a:solidFill>
              </a:rPr>
              <a:t>t = 1</a:t>
            </a:r>
          </a:p>
        </p:txBody>
      </p:sp>
      <p:sp>
        <p:nvSpPr>
          <p:cNvPr id="14" name="文字方塊 13">
            <a:extLst>
              <a:ext uri="{FF2B5EF4-FFF2-40B4-BE49-F238E27FC236}">
                <a16:creationId xmlns:a16="http://schemas.microsoft.com/office/drawing/2014/main" id="{CC245A86-FB54-B8DF-DBB4-DC33A887A6AA}"/>
              </a:ext>
            </a:extLst>
          </p:cNvPr>
          <p:cNvSpPr txBox="1"/>
          <p:nvPr/>
        </p:nvSpPr>
        <p:spPr>
          <a:xfrm>
            <a:off x="9077204" y="3412836"/>
            <a:ext cx="1198857" cy="572654"/>
          </a:xfrm>
          <a:prstGeom prst="rect">
            <a:avLst/>
          </a:prstGeom>
        </p:spPr>
        <p:txBody>
          <a:bodyPr wrap="square" lIns="0" tIns="0" rIns="0" bIns="0" rtlCol="0">
            <a:noAutofit/>
          </a:bodyPr>
          <a:lstStyle/>
          <a:p>
            <a:pPr algn="ctr"/>
            <a:r>
              <a:rPr lang="en-US" sz="2400" b="1" dirty="0">
                <a:solidFill>
                  <a:srgbClr val="00B050"/>
                </a:solidFill>
              </a:rPr>
              <a:t>t = 2</a:t>
            </a:r>
          </a:p>
        </p:txBody>
      </p:sp>
      <p:sp>
        <p:nvSpPr>
          <p:cNvPr id="7" name="矩形 6">
            <a:extLst>
              <a:ext uri="{FF2B5EF4-FFF2-40B4-BE49-F238E27FC236}">
                <a16:creationId xmlns:a16="http://schemas.microsoft.com/office/drawing/2014/main" id="{5F005BD1-238F-8C18-8F03-3AFF8C5D93B1}"/>
              </a:ext>
            </a:extLst>
          </p:cNvPr>
          <p:cNvSpPr/>
          <p:nvPr/>
        </p:nvSpPr>
        <p:spPr>
          <a:xfrm>
            <a:off x="4701309" y="3834882"/>
            <a:ext cx="3019559" cy="1715659"/>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箭號: 向右 8">
            <a:extLst>
              <a:ext uri="{FF2B5EF4-FFF2-40B4-BE49-F238E27FC236}">
                <a16:creationId xmlns:a16="http://schemas.microsoft.com/office/drawing/2014/main" id="{735C31CB-75BD-47C3-6C42-181CA15AE34A}"/>
              </a:ext>
            </a:extLst>
          </p:cNvPr>
          <p:cNvSpPr/>
          <p:nvPr/>
        </p:nvSpPr>
        <p:spPr>
          <a:xfrm>
            <a:off x="4433455" y="4645891"/>
            <a:ext cx="489527" cy="2955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箭號: 向右 14">
            <a:extLst>
              <a:ext uri="{FF2B5EF4-FFF2-40B4-BE49-F238E27FC236}">
                <a16:creationId xmlns:a16="http://schemas.microsoft.com/office/drawing/2014/main" id="{42933996-0D67-CF11-23AE-223F87094BEE}"/>
              </a:ext>
            </a:extLst>
          </p:cNvPr>
          <p:cNvSpPr/>
          <p:nvPr/>
        </p:nvSpPr>
        <p:spPr>
          <a:xfrm rot="10800000">
            <a:off x="7525763" y="4645891"/>
            <a:ext cx="489527" cy="2955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箭號: 向下 15">
            <a:extLst>
              <a:ext uri="{FF2B5EF4-FFF2-40B4-BE49-F238E27FC236}">
                <a16:creationId xmlns:a16="http://schemas.microsoft.com/office/drawing/2014/main" id="{34BC658D-5FBB-CC93-7810-46B8C552B14A}"/>
              </a:ext>
            </a:extLst>
          </p:cNvPr>
          <p:cNvSpPr/>
          <p:nvPr/>
        </p:nvSpPr>
        <p:spPr>
          <a:xfrm rot="10800000">
            <a:off x="6041084" y="5088722"/>
            <a:ext cx="443826" cy="57265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3903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91EDAF93-9CBC-0B41-0FB9-E356CA1FA536}"/>
              </a:ext>
            </a:extLst>
          </p:cNvPr>
          <p:cNvSpPr>
            <a:spLocks noGrp="1"/>
          </p:cNvSpPr>
          <p:nvPr>
            <p:ph type="body" sz="quarter" idx="10"/>
          </p:nvPr>
        </p:nvSpPr>
        <p:spPr>
          <a:xfrm>
            <a:off x="431800" y="1376785"/>
            <a:ext cx="10957984" cy="2458097"/>
          </a:xfrm>
        </p:spPr>
        <p:txBody>
          <a:bodyPr>
            <a:normAutofit/>
          </a:bodyPr>
          <a:lstStyle/>
          <a:p>
            <a:r>
              <a:rPr lang="en-US" altLang="zh-TW" dirty="0"/>
              <a:t>Given base layer (BL) frame of time index t, enhancement layer (EL) frame of t-1, and EL frame of t+1, please generate EL frame of t</a:t>
            </a:r>
          </a:p>
          <a:p>
            <a:pPr lvl="1"/>
            <a:r>
              <a:rPr lang="en-US" altLang="zh-TW" dirty="0"/>
              <a:t>Given even frames of a 4K (3840x2160) video sequence</a:t>
            </a:r>
          </a:p>
          <a:p>
            <a:pPr lvl="1"/>
            <a:r>
              <a:rPr lang="en-US" altLang="zh-TW" dirty="0"/>
              <a:t>Given odd frames of a Full High-Definition (FHD, 1920x1080) video sequence</a:t>
            </a:r>
          </a:p>
          <a:p>
            <a:pPr lvl="1"/>
            <a:r>
              <a:rPr lang="en-US" altLang="zh-TW" dirty="0"/>
              <a:t>Generate odd frames of the 4K video sequence</a:t>
            </a:r>
          </a:p>
        </p:txBody>
      </p:sp>
      <p:sp>
        <p:nvSpPr>
          <p:cNvPr id="3" name="標題 2">
            <a:extLst>
              <a:ext uri="{FF2B5EF4-FFF2-40B4-BE49-F238E27FC236}">
                <a16:creationId xmlns:a16="http://schemas.microsoft.com/office/drawing/2014/main" id="{CBF58400-2FED-AAC9-9B99-6765CD5057E5}"/>
              </a:ext>
            </a:extLst>
          </p:cNvPr>
          <p:cNvSpPr>
            <a:spLocks noGrp="1"/>
          </p:cNvSpPr>
          <p:nvPr>
            <p:ph type="title"/>
          </p:nvPr>
        </p:nvSpPr>
        <p:spPr/>
        <p:txBody>
          <a:bodyPr/>
          <a:lstStyle/>
          <a:p>
            <a:r>
              <a:rPr lang="en-US" altLang="zh-TW" dirty="0"/>
              <a:t>Project </a:t>
            </a:r>
            <a:r>
              <a:rPr lang="en-US" dirty="0"/>
              <a:t>Goal</a:t>
            </a:r>
          </a:p>
        </p:txBody>
      </p:sp>
      <p:pic>
        <p:nvPicPr>
          <p:cNvPr id="4" name="圖片 3">
            <a:extLst>
              <a:ext uri="{FF2B5EF4-FFF2-40B4-BE49-F238E27FC236}">
                <a16:creationId xmlns:a16="http://schemas.microsoft.com/office/drawing/2014/main" id="{3025C16B-6331-C5C3-05DF-847BD230BD93}"/>
              </a:ext>
            </a:extLst>
          </p:cNvPr>
          <p:cNvPicPr>
            <a:picLocks noChangeAspect="1"/>
          </p:cNvPicPr>
          <p:nvPr/>
        </p:nvPicPr>
        <p:blipFill>
          <a:blip r:embed="rId2"/>
          <a:stretch>
            <a:fillRect/>
          </a:stretch>
        </p:blipFill>
        <p:spPr>
          <a:xfrm>
            <a:off x="1376165" y="3834882"/>
            <a:ext cx="2950409" cy="1681775"/>
          </a:xfrm>
          <a:prstGeom prst="rect">
            <a:avLst/>
          </a:prstGeom>
        </p:spPr>
      </p:pic>
      <p:pic>
        <p:nvPicPr>
          <p:cNvPr id="5" name="圖片 4">
            <a:extLst>
              <a:ext uri="{FF2B5EF4-FFF2-40B4-BE49-F238E27FC236}">
                <a16:creationId xmlns:a16="http://schemas.microsoft.com/office/drawing/2014/main" id="{3950E456-BE45-4068-46B3-65B86FF3F0E4}"/>
              </a:ext>
            </a:extLst>
          </p:cNvPr>
          <p:cNvPicPr>
            <a:picLocks noChangeAspect="1"/>
          </p:cNvPicPr>
          <p:nvPr/>
        </p:nvPicPr>
        <p:blipFill>
          <a:blip r:embed="rId3"/>
          <a:stretch>
            <a:fillRect/>
          </a:stretch>
        </p:blipFill>
        <p:spPr>
          <a:xfrm>
            <a:off x="4711066" y="3837955"/>
            <a:ext cx="3029143" cy="1715659"/>
          </a:xfrm>
          <a:prstGeom prst="rect">
            <a:avLst/>
          </a:prstGeom>
        </p:spPr>
      </p:pic>
      <p:pic>
        <p:nvPicPr>
          <p:cNvPr id="6" name="圖片 5">
            <a:extLst>
              <a:ext uri="{FF2B5EF4-FFF2-40B4-BE49-F238E27FC236}">
                <a16:creationId xmlns:a16="http://schemas.microsoft.com/office/drawing/2014/main" id="{F35F3642-EBC0-3F23-1687-4F2E6E1DD4D5}"/>
              </a:ext>
            </a:extLst>
          </p:cNvPr>
          <p:cNvPicPr>
            <a:picLocks noChangeAspect="1"/>
          </p:cNvPicPr>
          <p:nvPr/>
        </p:nvPicPr>
        <p:blipFill>
          <a:blip r:embed="rId4"/>
          <a:stretch>
            <a:fillRect/>
          </a:stretch>
        </p:blipFill>
        <p:spPr>
          <a:xfrm>
            <a:off x="8149514" y="3834882"/>
            <a:ext cx="3019559" cy="1715659"/>
          </a:xfrm>
          <a:prstGeom prst="rect">
            <a:avLst/>
          </a:prstGeom>
        </p:spPr>
      </p:pic>
      <p:sp>
        <p:nvSpPr>
          <p:cNvPr id="10" name="文字方塊 9">
            <a:extLst>
              <a:ext uri="{FF2B5EF4-FFF2-40B4-BE49-F238E27FC236}">
                <a16:creationId xmlns:a16="http://schemas.microsoft.com/office/drawing/2014/main" id="{C462D733-ABF8-BF6E-4161-7B4F5CF5C72E}"/>
              </a:ext>
            </a:extLst>
          </p:cNvPr>
          <p:cNvSpPr txBox="1"/>
          <p:nvPr/>
        </p:nvSpPr>
        <p:spPr>
          <a:xfrm>
            <a:off x="343616" y="4516582"/>
            <a:ext cx="811838" cy="572654"/>
          </a:xfrm>
          <a:prstGeom prst="rect">
            <a:avLst/>
          </a:prstGeom>
        </p:spPr>
        <p:txBody>
          <a:bodyPr wrap="square" lIns="0" tIns="0" rIns="0" bIns="0" rtlCol="0">
            <a:noAutofit/>
          </a:bodyPr>
          <a:lstStyle/>
          <a:p>
            <a:r>
              <a:rPr lang="en-US" sz="2400" b="1" dirty="0">
                <a:solidFill>
                  <a:srgbClr val="0070C0"/>
                </a:solidFill>
              </a:rPr>
              <a:t>EL, 4K</a:t>
            </a:r>
          </a:p>
        </p:txBody>
      </p:sp>
      <p:sp>
        <p:nvSpPr>
          <p:cNvPr id="11" name="文字方塊 10">
            <a:extLst>
              <a:ext uri="{FF2B5EF4-FFF2-40B4-BE49-F238E27FC236}">
                <a16:creationId xmlns:a16="http://schemas.microsoft.com/office/drawing/2014/main" id="{63CD44D8-05DB-01AC-2CD1-8B41D83DB077}"/>
              </a:ext>
            </a:extLst>
          </p:cNvPr>
          <p:cNvSpPr txBox="1"/>
          <p:nvPr/>
        </p:nvSpPr>
        <p:spPr>
          <a:xfrm>
            <a:off x="343615" y="5770936"/>
            <a:ext cx="1198857" cy="572654"/>
          </a:xfrm>
          <a:prstGeom prst="rect">
            <a:avLst/>
          </a:prstGeom>
        </p:spPr>
        <p:txBody>
          <a:bodyPr wrap="square" lIns="0" tIns="0" rIns="0" bIns="0" rtlCol="0">
            <a:noAutofit/>
          </a:bodyPr>
          <a:lstStyle/>
          <a:p>
            <a:r>
              <a:rPr lang="en-US" sz="2400" b="1" dirty="0">
                <a:solidFill>
                  <a:srgbClr val="0070C0"/>
                </a:solidFill>
              </a:rPr>
              <a:t>BL, FHD</a:t>
            </a:r>
          </a:p>
        </p:txBody>
      </p:sp>
      <p:sp>
        <p:nvSpPr>
          <p:cNvPr id="12" name="文字方塊 11">
            <a:extLst>
              <a:ext uri="{FF2B5EF4-FFF2-40B4-BE49-F238E27FC236}">
                <a16:creationId xmlns:a16="http://schemas.microsoft.com/office/drawing/2014/main" id="{25D529B6-9F4F-B9F9-B14F-24A52D387E23}"/>
              </a:ext>
            </a:extLst>
          </p:cNvPr>
          <p:cNvSpPr txBox="1"/>
          <p:nvPr/>
        </p:nvSpPr>
        <p:spPr>
          <a:xfrm>
            <a:off x="2335068" y="3441501"/>
            <a:ext cx="1198857" cy="572654"/>
          </a:xfrm>
          <a:prstGeom prst="rect">
            <a:avLst/>
          </a:prstGeom>
        </p:spPr>
        <p:txBody>
          <a:bodyPr wrap="square" lIns="0" tIns="0" rIns="0" bIns="0" rtlCol="0">
            <a:noAutofit/>
          </a:bodyPr>
          <a:lstStyle/>
          <a:p>
            <a:pPr algn="ctr"/>
            <a:r>
              <a:rPr lang="en-US" sz="2400" b="1" dirty="0">
                <a:solidFill>
                  <a:srgbClr val="00B050"/>
                </a:solidFill>
              </a:rPr>
              <a:t>t = 0</a:t>
            </a:r>
          </a:p>
        </p:txBody>
      </p:sp>
      <p:sp>
        <p:nvSpPr>
          <p:cNvPr id="13" name="文字方塊 12">
            <a:extLst>
              <a:ext uri="{FF2B5EF4-FFF2-40B4-BE49-F238E27FC236}">
                <a16:creationId xmlns:a16="http://schemas.microsoft.com/office/drawing/2014/main" id="{27E1E5BA-AC7E-BCCD-D1D2-E8BB2F5AC753}"/>
              </a:ext>
            </a:extLst>
          </p:cNvPr>
          <p:cNvSpPr txBox="1"/>
          <p:nvPr/>
        </p:nvSpPr>
        <p:spPr>
          <a:xfrm>
            <a:off x="5663569" y="3412836"/>
            <a:ext cx="1198857" cy="572654"/>
          </a:xfrm>
          <a:prstGeom prst="rect">
            <a:avLst/>
          </a:prstGeom>
        </p:spPr>
        <p:txBody>
          <a:bodyPr wrap="square" lIns="0" tIns="0" rIns="0" bIns="0" rtlCol="0">
            <a:noAutofit/>
          </a:bodyPr>
          <a:lstStyle/>
          <a:p>
            <a:pPr algn="ctr"/>
            <a:r>
              <a:rPr lang="en-US" sz="2400" b="1" dirty="0">
                <a:solidFill>
                  <a:srgbClr val="00B050"/>
                </a:solidFill>
              </a:rPr>
              <a:t>t = 1</a:t>
            </a:r>
          </a:p>
        </p:txBody>
      </p:sp>
      <p:sp>
        <p:nvSpPr>
          <p:cNvPr id="14" name="文字方塊 13">
            <a:extLst>
              <a:ext uri="{FF2B5EF4-FFF2-40B4-BE49-F238E27FC236}">
                <a16:creationId xmlns:a16="http://schemas.microsoft.com/office/drawing/2014/main" id="{CC245A86-FB54-B8DF-DBB4-DC33A887A6AA}"/>
              </a:ext>
            </a:extLst>
          </p:cNvPr>
          <p:cNvSpPr txBox="1"/>
          <p:nvPr/>
        </p:nvSpPr>
        <p:spPr>
          <a:xfrm>
            <a:off x="9077204" y="3412836"/>
            <a:ext cx="1198857" cy="572654"/>
          </a:xfrm>
          <a:prstGeom prst="rect">
            <a:avLst/>
          </a:prstGeom>
        </p:spPr>
        <p:txBody>
          <a:bodyPr wrap="square" lIns="0" tIns="0" rIns="0" bIns="0" rtlCol="0">
            <a:noAutofit/>
          </a:bodyPr>
          <a:lstStyle/>
          <a:p>
            <a:pPr algn="ctr"/>
            <a:r>
              <a:rPr lang="en-US" sz="2400" b="1" dirty="0">
                <a:solidFill>
                  <a:srgbClr val="00B050"/>
                </a:solidFill>
              </a:rPr>
              <a:t>t = 2</a:t>
            </a:r>
          </a:p>
        </p:txBody>
      </p:sp>
      <p:pic>
        <p:nvPicPr>
          <p:cNvPr id="15" name="圖片 14">
            <a:extLst>
              <a:ext uri="{FF2B5EF4-FFF2-40B4-BE49-F238E27FC236}">
                <a16:creationId xmlns:a16="http://schemas.microsoft.com/office/drawing/2014/main" id="{E0099E0B-D9CC-A33D-938B-0F59D765F335}"/>
              </a:ext>
            </a:extLst>
          </p:cNvPr>
          <p:cNvPicPr>
            <a:picLocks noChangeAspect="1"/>
          </p:cNvPicPr>
          <p:nvPr/>
        </p:nvPicPr>
        <p:blipFill>
          <a:blip r:embed="rId3"/>
          <a:stretch>
            <a:fillRect/>
          </a:stretch>
        </p:blipFill>
        <p:spPr>
          <a:xfrm>
            <a:off x="5514293" y="5732342"/>
            <a:ext cx="1569191" cy="888765"/>
          </a:xfrm>
          <a:prstGeom prst="rect">
            <a:avLst/>
          </a:prstGeom>
        </p:spPr>
      </p:pic>
    </p:spTree>
    <p:extLst>
      <p:ext uri="{BB962C8B-B14F-4D97-AF65-F5344CB8AC3E}">
        <p14:creationId xmlns:p14="http://schemas.microsoft.com/office/powerpoint/2010/main" val="1231934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2EF30FA7-58F7-642D-FF24-BE3DCE0F3029}"/>
              </a:ext>
            </a:extLst>
          </p:cNvPr>
          <p:cNvSpPr>
            <a:spLocks noGrp="1"/>
          </p:cNvSpPr>
          <p:nvPr>
            <p:ph type="body" sz="quarter" idx="10"/>
          </p:nvPr>
        </p:nvSpPr>
        <p:spPr/>
        <p:txBody>
          <a:bodyPr/>
          <a:lstStyle/>
          <a:p>
            <a:pPr>
              <a:buFont typeface="+mj-lt"/>
              <a:buAutoNum type="arabicPeriod"/>
            </a:pPr>
            <a:r>
              <a:rPr lang="en-US" dirty="0"/>
              <a:t>Download the data from TA</a:t>
            </a:r>
          </a:p>
          <a:p>
            <a:pPr lvl="1"/>
            <a:r>
              <a:rPr lang="en-US" dirty="0"/>
              <a:t>Original 4K video sequences with odd frames</a:t>
            </a:r>
          </a:p>
          <a:p>
            <a:pPr lvl="1"/>
            <a:r>
              <a:rPr lang="en-US" dirty="0"/>
              <a:t>Multi-layer bitstreams encoded by Versatile Video Coding (VVC/H.266), containing coded 4K layer and coded FHD layer</a:t>
            </a:r>
          </a:p>
          <a:p>
            <a:pPr lvl="1"/>
            <a:r>
              <a:rPr lang="en-US" dirty="0"/>
              <a:t>VVC decoder</a:t>
            </a:r>
          </a:p>
          <a:p>
            <a:pPr lvl="1"/>
            <a:r>
              <a:rPr lang="en-US" dirty="0"/>
              <a:t>Script for converting multi-layer bitstreams into even frames of 4K video sequences and odd frames of Full-HD video </a:t>
            </a:r>
            <a:r>
              <a:rPr lang="en-US" altLang="zh-TW" dirty="0"/>
              <a:t>sequences</a:t>
            </a:r>
            <a:endParaRPr lang="en-US" dirty="0"/>
          </a:p>
          <a:p>
            <a:pPr lvl="1"/>
            <a:r>
              <a:rPr lang="en-US" dirty="0"/>
              <a:t>PSNR and BD-rate calculating code</a:t>
            </a:r>
          </a:p>
          <a:p>
            <a:endParaRPr lang="en-US" dirty="0"/>
          </a:p>
        </p:txBody>
      </p:sp>
      <p:sp>
        <p:nvSpPr>
          <p:cNvPr id="3" name="標題 2">
            <a:extLst>
              <a:ext uri="{FF2B5EF4-FFF2-40B4-BE49-F238E27FC236}">
                <a16:creationId xmlns:a16="http://schemas.microsoft.com/office/drawing/2014/main" id="{9D41B319-8EEC-20C3-9AFB-2F09E73BB0D8}"/>
              </a:ext>
            </a:extLst>
          </p:cNvPr>
          <p:cNvSpPr>
            <a:spLocks noGrp="1"/>
          </p:cNvSpPr>
          <p:nvPr>
            <p:ph type="title"/>
          </p:nvPr>
        </p:nvSpPr>
        <p:spPr/>
        <p:txBody>
          <a:bodyPr/>
          <a:lstStyle/>
          <a:p>
            <a:r>
              <a:rPr lang="en-US" dirty="0"/>
              <a:t>What You Need to Do</a:t>
            </a:r>
          </a:p>
        </p:txBody>
      </p:sp>
    </p:spTree>
    <p:extLst>
      <p:ext uri="{BB962C8B-B14F-4D97-AF65-F5344CB8AC3E}">
        <p14:creationId xmlns:p14="http://schemas.microsoft.com/office/powerpoint/2010/main" val="4117278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2EF30FA7-58F7-642D-FF24-BE3DCE0F3029}"/>
              </a:ext>
            </a:extLst>
          </p:cNvPr>
          <p:cNvSpPr>
            <a:spLocks noGrp="1"/>
          </p:cNvSpPr>
          <p:nvPr>
            <p:ph type="body" sz="quarter" idx="10"/>
          </p:nvPr>
        </p:nvSpPr>
        <p:spPr/>
        <p:txBody>
          <a:bodyPr/>
          <a:lstStyle/>
          <a:p>
            <a:pPr>
              <a:buFont typeface="+mj-lt"/>
              <a:buAutoNum type="arabicPeriod" startAt="2"/>
            </a:pPr>
            <a:r>
              <a:rPr lang="en-US" dirty="0"/>
              <a:t>Convert multi-layer bitstreams into 4K/FHD video sequences as input</a:t>
            </a:r>
          </a:p>
          <a:p>
            <a:pPr lvl="1"/>
            <a:r>
              <a:rPr lang="en-US" dirty="0"/>
              <a:t>For one original video sequence, there are 4 multi-layer bitstreams of different bitrates. Each bitstream will be decoded and converted into a 4K video sequence with even frames only and a FHD video sequence with odd frames only.</a:t>
            </a:r>
          </a:p>
          <a:p>
            <a:pPr lvl="1"/>
            <a:r>
              <a:rPr lang="en-US" dirty="0"/>
              <a:t>The picture format is in 10-bit YUV420 progressive format.</a:t>
            </a:r>
          </a:p>
          <a:p>
            <a:pPr lvl="2"/>
            <a:r>
              <a:rPr lang="en-US" dirty="0"/>
              <a:t>One luma/chroma sample is stored in two bytes. The value is stored in the least significant 10 bits of the two bytes.</a:t>
            </a:r>
          </a:p>
          <a:p>
            <a:endParaRPr lang="en-US" dirty="0"/>
          </a:p>
        </p:txBody>
      </p:sp>
      <p:sp>
        <p:nvSpPr>
          <p:cNvPr id="3" name="標題 2">
            <a:extLst>
              <a:ext uri="{FF2B5EF4-FFF2-40B4-BE49-F238E27FC236}">
                <a16:creationId xmlns:a16="http://schemas.microsoft.com/office/drawing/2014/main" id="{9D41B319-8EEC-20C3-9AFB-2F09E73BB0D8}"/>
              </a:ext>
            </a:extLst>
          </p:cNvPr>
          <p:cNvSpPr>
            <a:spLocks noGrp="1"/>
          </p:cNvSpPr>
          <p:nvPr>
            <p:ph type="title"/>
          </p:nvPr>
        </p:nvSpPr>
        <p:spPr/>
        <p:txBody>
          <a:bodyPr/>
          <a:lstStyle/>
          <a:p>
            <a:r>
              <a:rPr lang="en-US" dirty="0"/>
              <a:t>What You Need to Do</a:t>
            </a:r>
          </a:p>
        </p:txBody>
      </p:sp>
      <p:sp>
        <p:nvSpPr>
          <p:cNvPr id="4" name="矩形 3">
            <a:extLst>
              <a:ext uri="{FF2B5EF4-FFF2-40B4-BE49-F238E27FC236}">
                <a16:creationId xmlns:a16="http://schemas.microsoft.com/office/drawing/2014/main" id="{2591D000-D10F-12D2-C93A-1DAE77678463}"/>
              </a:ext>
            </a:extLst>
          </p:cNvPr>
          <p:cNvSpPr/>
          <p:nvPr/>
        </p:nvSpPr>
        <p:spPr>
          <a:xfrm>
            <a:off x="276225" y="4141926"/>
            <a:ext cx="1962150" cy="1114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Pic0_Y</a:t>
            </a:r>
            <a:br>
              <a:rPr lang="en-US" dirty="0"/>
            </a:br>
            <a:r>
              <a:rPr lang="en-US" dirty="0"/>
              <a:t>3840x2160</a:t>
            </a:r>
          </a:p>
        </p:txBody>
      </p:sp>
      <p:sp>
        <p:nvSpPr>
          <p:cNvPr id="5" name="矩形 4">
            <a:extLst>
              <a:ext uri="{FF2B5EF4-FFF2-40B4-BE49-F238E27FC236}">
                <a16:creationId xmlns:a16="http://schemas.microsoft.com/office/drawing/2014/main" id="{A1934613-0190-F40C-79C3-38FD802465C1}"/>
              </a:ext>
            </a:extLst>
          </p:cNvPr>
          <p:cNvSpPr/>
          <p:nvPr/>
        </p:nvSpPr>
        <p:spPr>
          <a:xfrm>
            <a:off x="2457450" y="4141926"/>
            <a:ext cx="1095375" cy="6221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dirty="0"/>
              <a:t>Pic0_U</a:t>
            </a:r>
            <a:br>
              <a:rPr lang="en-US" dirty="0"/>
            </a:br>
            <a:r>
              <a:rPr lang="en-US" dirty="0"/>
              <a:t>1920x1080</a:t>
            </a:r>
          </a:p>
        </p:txBody>
      </p:sp>
      <p:sp>
        <p:nvSpPr>
          <p:cNvPr id="6" name="矩形 5">
            <a:extLst>
              <a:ext uri="{FF2B5EF4-FFF2-40B4-BE49-F238E27FC236}">
                <a16:creationId xmlns:a16="http://schemas.microsoft.com/office/drawing/2014/main" id="{CB143F42-688E-189D-2939-27AE5A5F1D6C}"/>
              </a:ext>
            </a:extLst>
          </p:cNvPr>
          <p:cNvSpPr/>
          <p:nvPr/>
        </p:nvSpPr>
        <p:spPr>
          <a:xfrm>
            <a:off x="3771900" y="4141926"/>
            <a:ext cx="1095375" cy="62213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lIns="0" rIns="0" rtlCol="0" anchor="ctr"/>
          <a:lstStyle/>
          <a:p>
            <a:pPr algn="ctr"/>
            <a:r>
              <a:rPr lang="en-US" dirty="0"/>
              <a:t>Pic0_V</a:t>
            </a:r>
            <a:br>
              <a:rPr lang="en-US" dirty="0"/>
            </a:br>
            <a:r>
              <a:rPr lang="en-US" dirty="0"/>
              <a:t>1920x1080</a:t>
            </a:r>
          </a:p>
        </p:txBody>
      </p:sp>
      <p:sp>
        <p:nvSpPr>
          <p:cNvPr id="7" name="矩形 6">
            <a:extLst>
              <a:ext uri="{FF2B5EF4-FFF2-40B4-BE49-F238E27FC236}">
                <a16:creationId xmlns:a16="http://schemas.microsoft.com/office/drawing/2014/main" id="{415596A3-EA6C-4CF3-D31B-BC7CA724BACF}"/>
              </a:ext>
            </a:extLst>
          </p:cNvPr>
          <p:cNvSpPr/>
          <p:nvPr/>
        </p:nvSpPr>
        <p:spPr>
          <a:xfrm>
            <a:off x="5086350" y="4141926"/>
            <a:ext cx="1962150" cy="111442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Pic1_Y</a:t>
            </a:r>
            <a:br>
              <a:rPr lang="en-US" dirty="0"/>
            </a:br>
            <a:r>
              <a:rPr lang="en-US" dirty="0"/>
              <a:t>3840x2160</a:t>
            </a:r>
          </a:p>
        </p:txBody>
      </p:sp>
      <p:sp>
        <p:nvSpPr>
          <p:cNvPr id="8" name="矩形 7">
            <a:extLst>
              <a:ext uri="{FF2B5EF4-FFF2-40B4-BE49-F238E27FC236}">
                <a16:creationId xmlns:a16="http://schemas.microsoft.com/office/drawing/2014/main" id="{D57A3747-4276-C47E-9BAD-D099757E6BC3}"/>
              </a:ext>
            </a:extLst>
          </p:cNvPr>
          <p:cNvSpPr/>
          <p:nvPr/>
        </p:nvSpPr>
        <p:spPr>
          <a:xfrm>
            <a:off x="7267575" y="4141926"/>
            <a:ext cx="1095375" cy="6221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dirty="0"/>
              <a:t>Pic1_U</a:t>
            </a:r>
            <a:br>
              <a:rPr lang="en-US" dirty="0"/>
            </a:br>
            <a:r>
              <a:rPr lang="en-US" dirty="0"/>
              <a:t>1920x1080</a:t>
            </a:r>
          </a:p>
        </p:txBody>
      </p:sp>
      <p:sp>
        <p:nvSpPr>
          <p:cNvPr id="9" name="矩形 8">
            <a:extLst>
              <a:ext uri="{FF2B5EF4-FFF2-40B4-BE49-F238E27FC236}">
                <a16:creationId xmlns:a16="http://schemas.microsoft.com/office/drawing/2014/main" id="{5C61F1C4-9515-E79C-E3D6-7F3CE9A73EB2}"/>
              </a:ext>
            </a:extLst>
          </p:cNvPr>
          <p:cNvSpPr/>
          <p:nvPr/>
        </p:nvSpPr>
        <p:spPr>
          <a:xfrm>
            <a:off x="8582025" y="4141926"/>
            <a:ext cx="1095375" cy="62213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lIns="0" rIns="0" rtlCol="0" anchor="ctr"/>
          <a:lstStyle/>
          <a:p>
            <a:pPr algn="ctr"/>
            <a:r>
              <a:rPr lang="en-US" dirty="0"/>
              <a:t>Pic0_V</a:t>
            </a:r>
            <a:br>
              <a:rPr lang="en-US" dirty="0"/>
            </a:br>
            <a:r>
              <a:rPr lang="en-US" dirty="0"/>
              <a:t>1920x1080</a:t>
            </a:r>
          </a:p>
        </p:txBody>
      </p:sp>
      <p:sp>
        <p:nvSpPr>
          <p:cNvPr id="10" name="文字方塊 9">
            <a:extLst>
              <a:ext uri="{FF2B5EF4-FFF2-40B4-BE49-F238E27FC236}">
                <a16:creationId xmlns:a16="http://schemas.microsoft.com/office/drawing/2014/main" id="{16F11F9B-E126-FD1B-1001-5742F9E49CDC}"/>
              </a:ext>
            </a:extLst>
          </p:cNvPr>
          <p:cNvSpPr txBox="1"/>
          <p:nvPr/>
        </p:nvSpPr>
        <p:spPr>
          <a:xfrm>
            <a:off x="10378545" y="4549743"/>
            <a:ext cx="969434" cy="428625"/>
          </a:xfrm>
          <a:prstGeom prst="rect">
            <a:avLst/>
          </a:prstGeom>
        </p:spPr>
        <p:txBody>
          <a:bodyPr wrap="square" lIns="0" tIns="0" rIns="0" bIns="0" rtlCol="0">
            <a:noAutofit/>
          </a:bodyPr>
          <a:lstStyle/>
          <a:p>
            <a:pPr algn="ctr"/>
            <a:r>
              <a:rPr lang="en-US" altLang="zh-TW" sz="2800" dirty="0"/>
              <a:t>…</a:t>
            </a:r>
            <a:endParaRPr lang="en-US" sz="2800" dirty="0"/>
          </a:p>
        </p:txBody>
      </p:sp>
      <p:cxnSp>
        <p:nvCxnSpPr>
          <p:cNvPr id="11" name="直線單箭頭接點 10">
            <a:extLst>
              <a:ext uri="{FF2B5EF4-FFF2-40B4-BE49-F238E27FC236}">
                <a16:creationId xmlns:a16="http://schemas.microsoft.com/office/drawing/2014/main" id="{D0E1E40F-A03B-DF85-4C7E-26E2F396F1A0}"/>
              </a:ext>
            </a:extLst>
          </p:cNvPr>
          <p:cNvCxnSpPr/>
          <p:nvPr/>
        </p:nvCxnSpPr>
        <p:spPr>
          <a:xfrm>
            <a:off x="276225" y="5832191"/>
            <a:ext cx="459105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2" name="文字方塊 11">
            <a:extLst>
              <a:ext uri="{FF2B5EF4-FFF2-40B4-BE49-F238E27FC236}">
                <a16:creationId xmlns:a16="http://schemas.microsoft.com/office/drawing/2014/main" id="{39C86FD4-1DC6-7681-EE68-0CD75EAE929A}"/>
              </a:ext>
            </a:extLst>
          </p:cNvPr>
          <p:cNvSpPr txBox="1"/>
          <p:nvPr/>
        </p:nvSpPr>
        <p:spPr>
          <a:xfrm>
            <a:off x="2087033" y="5895861"/>
            <a:ext cx="969434" cy="428625"/>
          </a:xfrm>
          <a:prstGeom prst="rect">
            <a:avLst/>
          </a:prstGeom>
        </p:spPr>
        <p:txBody>
          <a:bodyPr wrap="square" lIns="0" tIns="0" rIns="0" bIns="0" rtlCol="0">
            <a:noAutofit/>
          </a:bodyPr>
          <a:lstStyle/>
          <a:p>
            <a:r>
              <a:rPr lang="en-US" dirty="0"/>
              <a:t>Picture 0</a:t>
            </a:r>
          </a:p>
        </p:txBody>
      </p:sp>
      <p:cxnSp>
        <p:nvCxnSpPr>
          <p:cNvPr id="13" name="直線單箭頭接點 12">
            <a:extLst>
              <a:ext uri="{FF2B5EF4-FFF2-40B4-BE49-F238E27FC236}">
                <a16:creationId xmlns:a16="http://schemas.microsoft.com/office/drawing/2014/main" id="{D93A3363-A7A2-20E5-2145-62A814F2F3A1}"/>
              </a:ext>
            </a:extLst>
          </p:cNvPr>
          <p:cNvCxnSpPr/>
          <p:nvPr/>
        </p:nvCxnSpPr>
        <p:spPr>
          <a:xfrm>
            <a:off x="5190067" y="5832191"/>
            <a:ext cx="459105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4" name="文字方塊 13">
            <a:extLst>
              <a:ext uri="{FF2B5EF4-FFF2-40B4-BE49-F238E27FC236}">
                <a16:creationId xmlns:a16="http://schemas.microsoft.com/office/drawing/2014/main" id="{DE94B9BE-8725-5A45-B916-DDFE917CDCC4}"/>
              </a:ext>
            </a:extLst>
          </p:cNvPr>
          <p:cNvSpPr txBox="1"/>
          <p:nvPr/>
        </p:nvSpPr>
        <p:spPr>
          <a:xfrm>
            <a:off x="7000875" y="5895861"/>
            <a:ext cx="969434" cy="428625"/>
          </a:xfrm>
          <a:prstGeom prst="rect">
            <a:avLst/>
          </a:prstGeom>
        </p:spPr>
        <p:txBody>
          <a:bodyPr wrap="square" lIns="0" tIns="0" rIns="0" bIns="0" rtlCol="0">
            <a:noAutofit/>
          </a:bodyPr>
          <a:lstStyle/>
          <a:p>
            <a:r>
              <a:rPr lang="en-US" dirty="0"/>
              <a:t>Picture 1</a:t>
            </a:r>
          </a:p>
        </p:txBody>
      </p:sp>
      <p:cxnSp>
        <p:nvCxnSpPr>
          <p:cNvPr id="15" name="直線單箭頭接點 14">
            <a:extLst>
              <a:ext uri="{FF2B5EF4-FFF2-40B4-BE49-F238E27FC236}">
                <a16:creationId xmlns:a16="http://schemas.microsoft.com/office/drawing/2014/main" id="{A7BE8FDE-9E74-DD61-87A4-C3F487D61972}"/>
              </a:ext>
            </a:extLst>
          </p:cNvPr>
          <p:cNvCxnSpPr>
            <a:cxnSpLocks/>
          </p:cNvCxnSpPr>
          <p:nvPr/>
        </p:nvCxnSpPr>
        <p:spPr>
          <a:xfrm>
            <a:off x="10048875" y="5832191"/>
            <a:ext cx="1628775"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70301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EE473A72-47C4-9BD5-4F8A-8157A2E230C3}"/>
              </a:ext>
            </a:extLst>
          </p:cNvPr>
          <p:cNvSpPr>
            <a:spLocks noGrp="1"/>
          </p:cNvSpPr>
          <p:nvPr>
            <p:ph sz="quarter" idx="10"/>
          </p:nvPr>
        </p:nvSpPr>
        <p:spPr>
          <a:xfrm>
            <a:off x="431800" y="1343610"/>
            <a:ext cx="5376168" cy="1437600"/>
          </a:xfrm>
        </p:spPr>
        <p:txBody>
          <a:bodyPr>
            <a:normAutofit fontScale="92500" lnSpcReduction="20000"/>
          </a:bodyPr>
          <a:lstStyle/>
          <a:p>
            <a:r>
              <a:rPr lang="en-US" dirty="0"/>
              <a:t>YUV444 format</a:t>
            </a:r>
          </a:p>
          <a:p>
            <a:pPr lvl="1"/>
            <a:r>
              <a:rPr lang="en-US" dirty="0"/>
              <a:t>One luma sample with one U sample and one V sample</a:t>
            </a:r>
          </a:p>
          <a:p>
            <a:pPr lvl="1"/>
            <a:r>
              <a:rPr lang="en-US" dirty="0"/>
              <a:t>Can be transformed to RGB444 directly </a:t>
            </a:r>
          </a:p>
        </p:txBody>
      </p:sp>
      <p:sp>
        <p:nvSpPr>
          <p:cNvPr id="6" name="內容版面配置區 5">
            <a:extLst>
              <a:ext uri="{FF2B5EF4-FFF2-40B4-BE49-F238E27FC236}">
                <a16:creationId xmlns:a16="http://schemas.microsoft.com/office/drawing/2014/main" id="{10D56626-9521-C1DD-3972-D09EA97C0827}"/>
              </a:ext>
            </a:extLst>
          </p:cNvPr>
          <p:cNvSpPr>
            <a:spLocks noGrp="1"/>
          </p:cNvSpPr>
          <p:nvPr>
            <p:ph sz="quarter" idx="11"/>
          </p:nvPr>
        </p:nvSpPr>
        <p:spPr>
          <a:xfrm>
            <a:off x="5999990" y="1339964"/>
            <a:ext cx="5389796" cy="1437600"/>
          </a:xfrm>
        </p:spPr>
        <p:txBody>
          <a:bodyPr>
            <a:normAutofit fontScale="85000" lnSpcReduction="20000"/>
          </a:bodyPr>
          <a:lstStyle/>
          <a:p>
            <a:r>
              <a:rPr lang="en-US" dirty="0"/>
              <a:t>YUV420 format</a:t>
            </a:r>
          </a:p>
          <a:p>
            <a:pPr lvl="1"/>
            <a:r>
              <a:rPr lang="en-US" dirty="0"/>
              <a:t>4 luma samples with one U sample and one V sample</a:t>
            </a:r>
          </a:p>
          <a:p>
            <a:pPr lvl="1"/>
            <a:r>
              <a:rPr lang="en-US" dirty="0"/>
              <a:t>Need </a:t>
            </a:r>
            <a:r>
              <a:rPr lang="en-US" dirty="0" err="1"/>
              <a:t>upsampling</a:t>
            </a:r>
            <a:r>
              <a:rPr lang="en-US" dirty="0"/>
              <a:t> for chroma samples before transforming to RGB444 </a:t>
            </a:r>
          </a:p>
        </p:txBody>
      </p:sp>
      <p:sp>
        <p:nvSpPr>
          <p:cNvPr id="3" name="標題 2">
            <a:extLst>
              <a:ext uri="{FF2B5EF4-FFF2-40B4-BE49-F238E27FC236}">
                <a16:creationId xmlns:a16="http://schemas.microsoft.com/office/drawing/2014/main" id="{70BF6FC0-B0BC-DB36-2175-6928210E0E68}"/>
              </a:ext>
            </a:extLst>
          </p:cNvPr>
          <p:cNvSpPr>
            <a:spLocks noGrp="1"/>
          </p:cNvSpPr>
          <p:nvPr>
            <p:ph type="title"/>
          </p:nvPr>
        </p:nvSpPr>
        <p:spPr/>
        <p:txBody>
          <a:bodyPr/>
          <a:lstStyle/>
          <a:p>
            <a:r>
              <a:rPr lang="en-US" altLang="zh-TW" dirty="0"/>
              <a:t>YUV420 Format</a:t>
            </a:r>
            <a:endParaRPr lang="en-US" dirty="0"/>
          </a:p>
        </p:txBody>
      </p:sp>
      <p:pic>
        <p:nvPicPr>
          <p:cNvPr id="4" name="Picture 10" descr="A picture containing calendar&#10;&#10;Description automatically generated">
            <a:extLst>
              <a:ext uri="{FF2B5EF4-FFF2-40B4-BE49-F238E27FC236}">
                <a16:creationId xmlns:a16="http://schemas.microsoft.com/office/drawing/2014/main" id="{950D0B45-A0F7-EA5A-5C60-E1676AD18E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2392" y="2927308"/>
            <a:ext cx="3222327" cy="3321448"/>
          </a:xfrm>
          <a:prstGeom prst="rect">
            <a:avLst/>
          </a:prstGeom>
        </p:spPr>
      </p:pic>
      <p:pic>
        <p:nvPicPr>
          <p:cNvPr id="7" name="Picture 7" descr="Background pattern&#10;&#10;Description automatically generated">
            <a:extLst>
              <a:ext uri="{FF2B5EF4-FFF2-40B4-BE49-F238E27FC236}">
                <a16:creationId xmlns:a16="http://schemas.microsoft.com/office/drawing/2014/main" id="{366A2B45-AD47-C1F3-3FD8-237F12524F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83724" y="2929009"/>
            <a:ext cx="3222327" cy="3321448"/>
          </a:xfrm>
          <a:prstGeom prst="rect">
            <a:avLst/>
          </a:prstGeom>
        </p:spPr>
      </p:pic>
    </p:spTree>
    <p:extLst>
      <p:ext uri="{BB962C8B-B14F-4D97-AF65-F5344CB8AC3E}">
        <p14:creationId xmlns:p14="http://schemas.microsoft.com/office/powerpoint/2010/main" val="2243836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44413EED-178B-982E-9711-843A9C75471A}"/>
              </a:ext>
            </a:extLst>
          </p:cNvPr>
          <p:cNvSpPr>
            <a:spLocks noGrp="1"/>
          </p:cNvSpPr>
          <p:nvPr>
            <p:ph type="body" sz="quarter" idx="10"/>
          </p:nvPr>
        </p:nvSpPr>
        <p:spPr>
          <a:xfrm>
            <a:off x="431800" y="1376785"/>
            <a:ext cx="10957984" cy="1714837"/>
          </a:xfrm>
        </p:spPr>
        <p:txBody>
          <a:bodyPr>
            <a:normAutofit lnSpcReduction="10000"/>
          </a:bodyPr>
          <a:lstStyle/>
          <a:p>
            <a:pPr>
              <a:buFont typeface="+mj-lt"/>
              <a:buAutoNum type="arabicPeriod" startAt="3"/>
            </a:pPr>
            <a:r>
              <a:rPr lang="en-US" dirty="0"/>
              <a:t>Generate 4K output video sequences with odd frames only</a:t>
            </a:r>
          </a:p>
          <a:p>
            <a:pPr lvl="1"/>
            <a:r>
              <a:rPr lang="en-US" dirty="0"/>
              <a:t>You can use AI or non-AI methods</a:t>
            </a:r>
          </a:p>
          <a:p>
            <a:pPr lvl="1"/>
            <a:r>
              <a:rPr lang="en-US" dirty="0"/>
              <a:t>Constraint:</a:t>
            </a:r>
            <a:r>
              <a:rPr lang="zh-TW" altLang="en-US" dirty="0"/>
              <a:t> </a:t>
            </a:r>
            <a:r>
              <a:rPr lang="en-US" altLang="zh-TW" dirty="0"/>
              <a:t>less</a:t>
            </a:r>
            <a:r>
              <a:rPr lang="zh-TW" altLang="en-US" dirty="0"/>
              <a:t> </a:t>
            </a:r>
            <a:r>
              <a:rPr lang="en-US" altLang="zh-TW" dirty="0"/>
              <a:t>than</a:t>
            </a:r>
            <a:r>
              <a:rPr lang="zh-TW" altLang="en-US" dirty="0"/>
              <a:t> </a:t>
            </a:r>
            <a:r>
              <a:rPr lang="en-US" altLang="zh-TW" dirty="0"/>
              <a:t>200K</a:t>
            </a:r>
            <a:r>
              <a:rPr lang="zh-TW" altLang="en-US" dirty="0"/>
              <a:t> </a:t>
            </a:r>
            <a:r>
              <a:rPr lang="en-US" altLang="zh-TW" dirty="0"/>
              <a:t>MACs/pixel (3840x2160x200K MACs for a picture)</a:t>
            </a:r>
          </a:p>
          <a:p>
            <a:pPr lvl="1"/>
            <a:r>
              <a:rPr lang="en-US" altLang="zh-TW" dirty="0"/>
              <a:t>Don’t need to output the last frame</a:t>
            </a:r>
          </a:p>
          <a:p>
            <a:pPr lvl="1"/>
            <a:endParaRPr lang="en-US" altLang="zh-TW" dirty="0"/>
          </a:p>
          <a:p>
            <a:endParaRPr lang="en-US" dirty="0"/>
          </a:p>
        </p:txBody>
      </p:sp>
      <p:sp>
        <p:nvSpPr>
          <p:cNvPr id="3" name="標題 2">
            <a:extLst>
              <a:ext uri="{FF2B5EF4-FFF2-40B4-BE49-F238E27FC236}">
                <a16:creationId xmlns:a16="http://schemas.microsoft.com/office/drawing/2014/main" id="{65EF5C4E-4076-15E5-A777-7E020A6D93A6}"/>
              </a:ext>
            </a:extLst>
          </p:cNvPr>
          <p:cNvSpPr>
            <a:spLocks noGrp="1"/>
          </p:cNvSpPr>
          <p:nvPr>
            <p:ph type="title"/>
          </p:nvPr>
        </p:nvSpPr>
        <p:spPr/>
        <p:txBody>
          <a:bodyPr/>
          <a:lstStyle/>
          <a:p>
            <a:r>
              <a:rPr lang="en-US" dirty="0"/>
              <a:t>What You Need to Do</a:t>
            </a:r>
          </a:p>
        </p:txBody>
      </p:sp>
      <p:sp>
        <p:nvSpPr>
          <p:cNvPr id="6" name="矩形 5">
            <a:extLst>
              <a:ext uri="{FF2B5EF4-FFF2-40B4-BE49-F238E27FC236}">
                <a16:creationId xmlns:a16="http://schemas.microsoft.com/office/drawing/2014/main" id="{292EA190-2A35-10EB-F0C9-A1D4E858AE1A}"/>
              </a:ext>
            </a:extLst>
          </p:cNvPr>
          <p:cNvSpPr/>
          <p:nvPr/>
        </p:nvSpPr>
        <p:spPr>
          <a:xfrm>
            <a:off x="601324" y="4749799"/>
            <a:ext cx="1073727" cy="6719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矩形 6">
            <a:extLst>
              <a:ext uri="{FF2B5EF4-FFF2-40B4-BE49-F238E27FC236}">
                <a16:creationId xmlns:a16="http://schemas.microsoft.com/office/drawing/2014/main" id="{FA910B14-AAA5-DEC6-AB62-387417CCCE8A}"/>
              </a:ext>
            </a:extLst>
          </p:cNvPr>
          <p:cNvSpPr/>
          <p:nvPr/>
        </p:nvSpPr>
        <p:spPr>
          <a:xfrm>
            <a:off x="1875943" y="4749799"/>
            <a:ext cx="1073727" cy="67194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矩形 7">
            <a:extLst>
              <a:ext uri="{FF2B5EF4-FFF2-40B4-BE49-F238E27FC236}">
                <a16:creationId xmlns:a16="http://schemas.microsoft.com/office/drawing/2014/main" id="{4FE30A2E-A4D7-1378-BBC5-5619497CF5EF}"/>
              </a:ext>
            </a:extLst>
          </p:cNvPr>
          <p:cNvSpPr/>
          <p:nvPr/>
        </p:nvSpPr>
        <p:spPr>
          <a:xfrm>
            <a:off x="3150562" y="4749799"/>
            <a:ext cx="1073727" cy="6719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矩形 8">
            <a:extLst>
              <a:ext uri="{FF2B5EF4-FFF2-40B4-BE49-F238E27FC236}">
                <a16:creationId xmlns:a16="http://schemas.microsoft.com/office/drawing/2014/main" id="{EFBC5B6C-8122-2CB4-C796-C477F55169C9}"/>
              </a:ext>
            </a:extLst>
          </p:cNvPr>
          <p:cNvSpPr/>
          <p:nvPr/>
        </p:nvSpPr>
        <p:spPr>
          <a:xfrm>
            <a:off x="4425181" y="4749798"/>
            <a:ext cx="1073727" cy="67194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矩形 9">
            <a:extLst>
              <a:ext uri="{FF2B5EF4-FFF2-40B4-BE49-F238E27FC236}">
                <a16:creationId xmlns:a16="http://schemas.microsoft.com/office/drawing/2014/main" id="{6C4736C0-EDFF-13C9-9DD5-8373953698FC}"/>
              </a:ext>
            </a:extLst>
          </p:cNvPr>
          <p:cNvSpPr/>
          <p:nvPr/>
        </p:nvSpPr>
        <p:spPr>
          <a:xfrm>
            <a:off x="5699800" y="4749799"/>
            <a:ext cx="1073727" cy="6719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0">
            <a:extLst>
              <a:ext uri="{FF2B5EF4-FFF2-40B4-BE49-F238E27FC236}">
                <a16:creationId xmlns:a16="http://schemas.microsoft.com/office/drawing/2014/main" id="{91F18011-49DA-4B18-7F33-41DD9F24A5B2}"/>
              </a:ext>
            </a:extLst>
          </p:cNvPr>
          <p:cNvSpPr/>
          <p:nvPr/>
        </p:nvSpPr>
        <p:spPr>
          <a:xfrm>
            <a:off x="7305771" y="4749799"/>
            <a:ext cx="1073727" cy="6719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a:extLst>
              <a:ext uri="{FF2B5EF4-FFF2-40B4-BE49-F238E27FC236}">
                <a16:creationId xmlns:a16="http://schemas.microsoft.com/office/drawing/2014/main" id="{DECFA084-0ECE-31E4-CC6E-6480EEADC716}"/>
              </a:ext>
            </a:extLst>
          </p:cNvPr>
          <p:cNvSpPr/>
          <p:nvPr/>
        </p:nvSpPr>
        <p:spPr>
          <a:xfrm>
            <a:off x="8580390" y="4749799"/>
            <a:ext cx="1073727" cy="67194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矩形 12">
            <a:extLst>
              <a:ext uri="{FF2B5EF4-FFF2-40B4-BE49-F238E27FC236}">
                <a16:creationId xmlns:a16="http://schemas.microsoft.com/office/drawing/2014/main" id="{FBADDF6B-A26F-911C-2C33-6333A17AD742}"/>
              </a:ext>
            </a:extLst>
          </p:cNvPr>
          <p:cNvSpPr/>
          <p:nvPr/>
        </p:nvSpPr>
        <p:spPr>
          <a:xfrm>
            <a:off x="9855009" y="4749798"/>
            <a:ext cx="1073727" cy="6719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矩形 13">
            <a:extLst>
              <a:ext uri="{FF2B5EF4-FFF2-40B4-BE49-F238E27FC236}">
                <a16:creationId xmlns:a16="http://schemas.microsoft.com/office/drawing/2014/main" id="{6214FFE8-3EAD-EA82-D2AE-2282E36206E2}"/>
              </a:ext>
            </a:extLst>
          </p:cNvPr>
          <p:cNvSpPr/>
          <p:nvPr/>
        </p:nvSpPr>
        <p:spPr>
          <a:xfrm>
            <a:off x="2141004" y="5834342"/>
            <a:ext cx="543603" cy="34019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矩形 14">
            <a:extLst>
              <a:ext uri="{FF2B5EF4-FFF2-40B4-BE49-F238E27FC236}">
                <a16:creationId xmlns:a16="http://schemas.microsoft.com/office/drawing/2014/main" id="{7AEFC49B-50F5-2AA2-EF75-6B58C4AF3346}"/>
              </a:ext>
            </a:extLst>
          </p:cNvPr>
          <p:cNvSpPr/>
          <p:nvPr/>
        </p:nvSpPr>
        <p:spPr>
          <a:xfrm>
            <a:off x="4690242" y="5834341"/>
            <a:ext cx="543603" cy="34019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6" name="矩形 15">
            <a:extLst>
              <a:ext uri="{FF2B5EF4-FFF2-40B4-BE49-F238E27FC236}">
                <a16:creationId xmlns:a16="http://schemas.microsoft.com/office/drawing/2014/main" id="{8B47E3C9-854C-7F94-D0F8-D40464D92354}"/>
              </a:ext>
            </a:extLst>
          </p:cNvPr>
          <p:cNvSpPr/>
          <p:nvPr/>
        </p:nvSpPr>
        <p:spPr>
          <a:xfrm>
            <a:off x="8845451" y="5835143"/>
            <a:ext cx="543603" cy="34019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7" name="矩形 16">
            <a:extLst>
              <a:ext uri="{FF2B5EF4-FFF2-40B4-BE49-F238E27FC236}">
                <a16:creationId xmlns:a16="http://schemas.microsoft.com/office/drawing/2014/main" id="{079173D5-BB46-B857-41C8-34F711D24D32}"/>
              </a:ext>
            </a:extLst>
          </p:cNvPr>
          <p:cNvSpPr/>
          <p:nvPr/>
        </p:nvSpPr>
        <p:spPr>
          <a:xfrm>
            <a:off x="11389784" y="5857239"/>
            <a:ext cx="543603" cy="34019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8" name="文字方塊 17">
            <a:extLst>
              <a:ext uri="{FF2B5EF4-FFF2-40B4-BE49-F238E27FC236}">
                <a16:creationId xmlns:a16="http://schemas.microsoft.com/office/drawing/2014/main" id="{A386CAD8-BAF2-C518-8428-CB9421A933A8}"/>
              </a:ext>
            </a:extLst>
          </p:cNvPr>
          <p:cNvSpPr txBox="1"/>
          <p:nvPr/>
        </p:nvSpPr>
        <p:spPr>
          <a:xfrm>
            <a:off x="6961715" y="4950689"/>
            <a:ext cx="286327" cy="230909"/>
          </a:xfrm>
          <a:prstGeom prst="rect">
            <a:avLst/>
          </a:prstGeom>
        </p:spPr>
        <p:txBody>
          <a:bodyPr wrap="square" lIns="0" tIns="0" rIns="0" bIns="0" rtlCol="0">
            <a:noAutofit/>
          </a:bodyPr>
          <a:lstStyle/>
          <a:p>
            <a:r>
              <a:rPr lang="en-US" dirty="0"/>
              <a:t>…</a:t>
            </a:r>
          </a:p>
        </p:txBody>
      </p:sp>
      <p:sp>
        <p:nvSpPr>
          <p:cNvPr id="19" name="文字方塊 18">
            <a:extLst>
              <a:ext uri="{FF2B5EF4-FFF2-40B4-BE49-F238E27FC236}">
                <a16:creationId xmlns:a16="http://schemas.microsoft.com/office/drawing/2014/main" id="{DF68C315-6C57-7531-FFA4-FFF5AC0B77BA}"/>
              </a:ext>
            </a:extLst>
          </p:cNvPr>
          <p:cNvSpPr txBox="1"/>
          <p:nvPr/>
        </p:nvSpPr>
        <p:spPr>
          <a:xfrm>
            <a:off x="200699" y="4919515"/>
            <a:ext cx="424874" cy="332510"/>
          </a:xfrm>
          <a:prstGeom prst="rect">
            <a:avLst/>
          </a:prstGeom>
        </p:spPr>
        <p:txBody>
          <a:bodyPr wrap="square" lIns="0" tIns="0" rIns="0" bIns="0" rtlCol="0">
            <a:noAutofit/>
          </a:bodyPr>
          <a:lstStyle/>
          <a:p>
            <a:r>
              <a:rPr lang="en-US" dirty="0"/>
              <a:t>4K</a:t>
            </a:r>
          </a:p>
        </p:txBody>
      </p:sp>
      <p:sp>
        <p:nvSpPr>
          <p:cNvPr id="20" name="文字方塊 19">
            <a:extLst>
              <a:ext uri="{FF2B5EF4-FFF2-40B4-BE49-F238E27FC236}">
                <a16:creationId xmlns:a16="http://schemas.microsoft.com/office/drawing/2014/main" id="{4AE60DEE-974E-A341-DB5D-1A8D86FCA833}"/>
              </a:ext>
            </a:extLst>
          </p:cNvPr>
          <p:cNvSpPr txBox="1"/>
          <p:nvPr/>
        </p:nvSpPr>
        <p:spPr>
          <a:xfrm>
            <a:off x="211810" y="5878967"/>
            <a:ext cx="424874" cy="332510"/>
          </a:xfrm>
          <a:prstGeom prst="rect">
            <a:avLst/>
          </a:prstGeom>
        </p:spPr>
        <p:txBody>
          <a:bodyPr wrap="square" lIns="0" tIns="0" rIns="0" bIns="0" rtlCol="0">
            <a:noAutofit/>
          </a:bodyPr>
          <a:lstStyle/>
          <a:p>
            <a:r>
              <a:rPr lang="en-US" dirty="0"/>
              <a:t>FHD</a:t>
            </a:r>
          </a:p>
        </p:txBody>
      </p:sp>
      <p:sp>
        <p:nvSpPr>
          <p:cNvPr id="21" name="矩形 20">
            <a:extLst>
              <a:ext uri="{FF2B5EF4-FFF2-40B4-BE49-F238E27FC236}">
                <a16:creationId xmlns:a16="http://schemas.microsoft.com/office/drawing/2014/main" id="{B13B5ED6-FE3C-8A39-0188-1C136762D238}"/>
              </a:ext>
            </a:extLst>
          </p:cNvPr>
          <p:cNvSpPr/>
          <p:nvPr/>
        </p:nvSpPr>
        <p:spPr>
          <a:xfrm>
            <a:off x="1875943" y="3840435"/>
            <a:ext cx="1073727" cy="67194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2" name="矩形 21">
            <a:extLst>
              <a:ext uri="{FF2B5EF4-FFF2-40B4-BE49-F238E27FC236}">
                <a16:creationId xmlns:a16="http://schemas.microsoft.com/office/drawing/2014/main" id="{95077581-A0AA-FB41-F559-9AC1E5C9807C}"/>
              </a:ext>
            </a:extLst>
          </p:cNvPr>
          <p:cNvSpPr/>
          <p:nvPr/>
        </p:nvSpPr>
        <p:spPr>
          <a:xfrm>
            <a:off x="4425181" y="3840435"/>
            <a:ext cx="1073727" cy="67194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4" name="矩形 23">
            <a:extLst>
              <a:ext uri="{FF2B5EF4-FFF2-40B4-BE49-F238E27FC236}">
                <a16:creationId xmlns:a16="http://schemas.microsoft.com/office/drawing/2014/main" id="{08F8FA3C-B029-A9D2-1830-501E92EAE7F0}"/>
              </a:ext>
            </a:extLst>
          </p:cNvPr>
          <p:cNvSpPr/>
          <p:nvPr/>
        </p:nvSpPr>
        <p:spPr>
          <a:xfrm>
            <a:off x="8580390" y="3840435"/>
            <a:ext cx="1073727" cy="67194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5" name="矩形 24">
            <a:extLst>
              <a:ext uri="{FF2B5EF4-FFF2-40B4-BE49-F238E27FC236}">
                <a16:creationId xmlns:a16="http://schemas.microsoft.com/office/drawing/2014/main" id="{3EBCBDA2-1F22-8AC7-0CE4-88141BC9A58C}"/>
              </a:ext>
            </a:extLst>
          </p:cNvPr>
          <p:cNvSpPr/>
          <p:nvPr/>
        </p:nvSpPr>
        <p:spPr>
          <a:xfrm>
            <a:off x="11072910" y="3851246"/>
            <a:ext cx="1073727" cy="67194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6" name="矩形 25">
            <a:extLst>
              <a:ext uri="{FF2B5EF4-FFF2-40B4-BE49-F238E27FC236}">
                <a16:creationId xmlns:a16="http://schemas.microsoft.com/office/drawing/2014/main" id="{0FBECB7A-7DBB-63AD-FA6F-E1199DEA527B}"/>
              </a:ext>
            </a:extLst>
          </p:cNvPr>
          <p:cNvSpPr/>
          <p:nvPr/>
        </p:nvSpPr>
        <p:spPr>
          <a:xfrm>
            <a:off x="11072910" y="4749798"/>
            <a:ext cx="1073727" cy="67194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直線接點 28">
            <a:extLst>
              <a:ext uri="{FF2B5EF4-FFF2-40B4-BE49-F238E27FC236}">
                <a16:creationId xmlns:a16="http://schemas.microsoft.com/office/drawing/2014/main" id="{8EC518FE-33E5-770D-15E4-210BE8A14B56}"/>
              </a:ext>
            </a:extLst>
          </p:cNvPr>
          <p:cNvCxnSpPr/>
          <p:nvPr/>
        </p:nvCxnSpPr>
        <p:spPr>
          <a:xfrm>
            <a:off x="11155581" y="4682835"/>
            <a:ext cx="943599" cy="868219"/>
          </a:xfrm>
          <a:prstGeom prst="line">
            <a:avLst/>
          </a:prstGeom>
        </p:spPr>
        <p:style>
          <a:lnRef idx="1">
            <a:schemeClr val="accent4"/>
          </a:lnRef>
          <a:fillRef idx="0">
            <a:schemeClr val="accent4"/>
          </a:fillRef>
          <a:effectRef idx="0">
            <a:schemeClr val="accent4"/>
          </a:effectRef>
          <a:fontRef idx="minor">
            <a:schemeClr val="tx1"/>
          </a:fontRef>
        </p:style>
      </p:cxnSp>
      <p:cxnSp>
        <p:nvCxnSpPr>
          <p:cNvPr id="30" name="直線接點 29">
            <a:extLst>
              <a:ext uri="{FF2B5EF4-FFF2-40B4-BE49-F238E27FC236}">
                <a16:creationId xmlns:a16="http://schemas.microsoft.com/office/drawing/2014/main" id="{EFAD4D1A-6D25-7A69-29CB-88BC5D2CE084}"/>
              </a:ext>
            </a:extLst>
          </p:cNvPr>
          <p:cNvCxnSpPr>
            <a:cxnSpLocks/>
          </p:cNvCxnSpPr>
          <p:nvPr/>
        </p:nvCxnSpPr>
        <p:spPr>
          <a:xfrm flipH="1">
            <a:off x="11183941" y="4682835"/>
            <a:ext cx="807360" cy="919023"/>
          </a:xfrm>
          <a:prstGeom prst="line">
            <a:avLst/>
          </a:prstGeom>
        </p:spPr>
        <p:style>
          <a:lnRef idx="1">
            <a:schemeClr val="accent4"/>
          </a:lnRef>
          <a:fillRef idx="0">
            <a:schemeClr val="accent4"/>
          </a:fillRef>
          <a:effectRef idx="0">
            <a:schemeClr val="accent4"/>
          </a:effectRef>
          <a:fontRef idx="minor">
            <a:schemeClr val="tx1"/>
          </a:fontRef>
        </p:style>
      </p:cxnSp>
      <p:sp>
        <p:nvSpPr>
          <p:cNvPr id="33" name="文字方塊 32">
            <a:extLst>
              <a:ext uri="{FF2B5EF4-FFF2-40B4-BE49-F238E27FC236}">
                <a16:creationId xmlns:a16="http://schemas.microsoft.com/office/drawing/2014/main" id="{1BF1AA5F-5683-C858-EC4D-6B4EE1A4B15D}"/>
              </a:ext>
            </a:extLst>
          </p:cNvPr>
          <p:cNvSpPr txBox="1"/>
          <p:nvPr/>
        </p:nvSpPr>
        <p:spPr>
          <a:xfrm>
            <a:off x="164277" y="4107279"/>
            <a:ext cx="1073727" cy="332510"/>
          </a:xfrm>
          <a:prstGeom prst="rect">
            <a:avLst/>
          </a:prstGeom>
        </p:spPr>
        <p:txBody>
          <a:bodyPr wrap="square" lIns="0" tIns="0" rIns="0" bIns="0" rtlCol="0">
            <a:noAutofit/>
          </a:bodyPr>
          <a:lstStyle/>
          <a:p>
            <a:r>
              <a:rPr lang="en-US" altLang="zh-TW" dirty="0"/>
              <a:t>Original</a:t>
            </a:r>
            <a:endParaRPr lang="en-US" dirty="0"/>
          </a:p>
        </p:txBody>
      </p:sp>
      <p:sp>
        <p:nvSpPr>
          <p:cNvPr id="34" name="文字方塊 33">
            <a:extLst>
              <a:ext uri="{FF2B5EF4-FFF2-40B4-BE49-F238E27FC236}">
                <a16:creationId xmlns:a16="http://schemas.microsoft.com/office/drawing/2014/main" id="{31C26142-D6A3-582A-FC11-A051839F4D80}"/>
              </a:ext>
            </a:extLst>
          </p:cNvPr>
          <p:cNvSpPr txBox="1"/>
          <p:nvPr/>
        </p:nvSpPr>
        <p:spPr>
          <a:xfrm>
            <a:off x="135221" y="3318229"/>
            <a:ext cx="801497" cy="332510"/>
          </a:xfrm>
          <a:prstGeom prst="rect">
            <a:avLst/>
          </a:prstGeom>
        </p:spPr>
        <p:txBody>
          <a:bodyPr wrap="square" lIns="0" tIns="0" rIns="0" bIns="0" rtlCol="0">
            <a:noAutofit/>
          </a:bodyPr>
          <a:lstStyle/>
          <a:p>
            <a:r>
              <a:rPr lang="en-US" dirty="0"/>
              <a:t>Picture Count</a:t>
            </a:r>
          </a:p>
        </p:txBody>
      </p:sp>
      <p:sp>
        <p:nvSpPr>
          <p:cNvPr id="35" name="文字方塊 34">
            <a:extLst>
              <a:ext uri="{FF2B5EF4-FFF2-40B4-BE49-F238E27FC236}">
                <a16:creationId xmlns:a16="http://schemas.microsoft.com/office/drawing/2014/main" id="{F11B7F3C-4D67-998B-71C2-E3A3739C74BA}"/>
              </a:ext>
            </a:extLst>
          </p:cNvPr>
          <p:cNvSpPr txBox="1"/>
          <p:nvPr/>
        </p:nvSpPr>
        <p:spPr>
          <a:xfrm>
            <a:off x="1142105" y="3420820"/>
            <a:ext cx="424874" cy="332510"/>
          </a:xfrm>
          <a:prstGeom prst="rect">
            <a:avLst/>
          </a:prstGeom>
        </p:spPr>
        <p:txBody>
          <a:bodyPr wrap="square" lIns="0" tIns="0" rIns="0" bIns="0" rtlCol="0">
            <a:noAutofit/>
          </a:bodyPr>
          <a:lstStyle/>
          <a:p>
            <a:r>
              <a:rPr lang="en-US" dirty="0"/>
              <a:t>0</a:t>
            </a:r>
          </a:p>
        </p:txBody>
      </p:sp>
      <p:sp>
        <p:nvSpPr>
          <p:cNvPr id="36" name="文字方塊 35">
            <a:extLst>
              <a:ext uri="{FF2B5EF4-FFF2-40B4-BE49-F238E27FC236}">
                <a16:creationId xmlns:a16="http://schemas.microsoft.com/office/drawing/2014/main" id="{825E2C48-FC14-E406-331F-92BAC5F62A04}"/>
              </a:ext>
            </a:extLst>
          </p:cNvPr>
          <p:cNvSpPr txBox="1"/>
          <p:nvPr/>
        </p:nvSpPr>
        <p:spPr>
          <a:xfrm>
            <a:off x="2332702" y="3389216"/>
            <a:ext cx="424874" cy="332510"/>
          </a:xfrm>
          <a:prstGeom prst="rect">
            <a:avLst/>
          </a:prstGeom>
        </p:spPr>
        <p:txBody>
          <a:bodyPr wrap="square" lIns="0" tIns="0" rIns="0" bIns="0" rtlCol="0">
            <a:noAutofit/>
          </a:bodyPr>
          <a:lstStyle/>
          <a:p>
            <a:r>
              <a:rPr lang="en-US" dirty="0"/>
              <a:t>1</a:t>
            </a:r>
          </a:p>
        </p:txBody>
      </p:sp>
      <p:sp>
        <p:nvSpPr>
          <p:cNvPr id="37" name="文字方塊 36">
            <a:extLst>
              <a:ext uri="{FF2B5EF4-FFF2-40B4-BE49-F238E27FC236}">
                <a16:creationId xmlns:a16="http://schemas.microsoft.com/office/drawing/2014/main" id="{C5E0BBBA-8750-C4AC-0CB3-F2ACAC78C3A3}"/>
              </a:ext>
            </a:extLst>
          </p:cNvPr>
          <p:cNvSpPr txBox="1"/>
          <p:nvPr/>
        </p:nvSpPr>
        <p:spPr>
          <a:xfrm>
            <a:off x="3687425" y="3389216"/>
            <a:ext cx="424874" cy="332510"/>
          </a:xfrm>
          <a:prstGeom prst="rect">
            <a:avLst/>
          </a:prstGeom>
        </p:spPr>
        <p:txBody>
          <a:bodyPr wrap="square" lIns="0" tIns="0" rIns="0" bIns="0" rtlCol="0">
            <a:noAutofit/>
          </a:bodyPr>
          <a:lstStyle/>
          <a:p>
            <a:r>
              <a:rPr lang="en-US" dirty="0"/>
              <a:t>2</a:t>
            </a:r>
          </a:p>
        </p:txBody>
      </p:sp>
      <p:sp>
        <p:nvSpPr>
          <p:cNvPr id="38" name="文字方塊 37">
            <a:extLst>
              <a:ext uri="{FF2B5EF4-FFF2-40B4-BE49-F238E27FC236}">
                <a16:creationId xmlns:a16="http://schemas.microsoft.com/office/drawing/2014/main" id="{8C346AEB-90D7-E74C-A47C-AE1B9294EA47}"/>
              </a:ext>
            </a:extLst>
          </p:cNvPr>
          <p:cNvSpPr txBox="1"/>
          <p:nvPr/>
        </p:nvSpPr>
        <p:spPr>
          <a:xfrm>
            <a:off x="4829711" y="3350979"/>
            <a:ext cx="424874" cy="332510"/>
          </a:xfrm>
          <a:prstGeom prst="rect">
            <a:avLst/>
          </a:prstGeom>
        </p:spPr>
        <p:txBody>
          <a:bodyPr wrap="square" lIns="0" tIns="0" rIns="0" bIns="0" rtlCol="0">
            <a:noAutofit/>
          </a:bodyPr>
          <a:lstStyle/>
          <a:p>
            <a:r>
              <a:rPr lang="en-US" dirty="0"/>
              <a:t>3</a:t>
            </a:r>
          </a:p>
        </p:txBody>
      </p:sp>
      <p:sp>
        <p:nvSpPr>
          <p:cNvPr id="39" name="文字方塊 38">
            <a:extLst>
              <a:ext uri="{FF2B5EF4-FFF2-40B4-BE49-F238E27FC236}">
                <a16:creationId xmlns:a16="http://schemas.microsoft.com/office/drawing/2014/main" id="{7056EAE1-F27A-949A-B131-590F558BAB93}"/>
              </a:ext>
            </a:extLst>
          </p:cNvPr>
          <p:cNvSpPr txBox="1"/>
          <p:nvPr/>
        </p:nvSpPr>
        <p:spPr>
          <a:xfrm>
            <a:off x="6020308" y="3319375"/>
            <a:ext cx="424874" cy="332510"/>
          </a:xfrm>
          <a:prstGeom prst="rect">
            <a:avLst/>
          </a:prstGeom>
        </p:spPr>
        <p:txBody>
          <a:bodyPr wrap="square" lIns="0" tIns="0" rIns="0" bIns="0" rtlCol="0">
            <a:noAutofit/>
          </a:bodyPr>
          <a:lstStyle/>
          <a:p>
            <a:r>
              <a:rPr lang="en-US" dirty="0"/>
              <a:t>4</a:t>
            </a:r>
          </a:p>
        </p:txBody>
      </p:sp>
      <p:sp>
        <p:nvSpPr>
          <p:cNvPr id="40" name="文字方塊 39">
            <a:extLst>
              <a:ext uri="{FF2B5EF4-FFF2-40B4-BE49-F238E27FC236}">
                <a16:creationId xmlns:a16="http://schemas.microsoft.com/office/drawing/2014/main" id="{D9366218-C22D-A81E-8A6B-CE19FBE72B39}"/>
              </a:ext>
            </a:extLst>
          </p:cNvPr>
          <p:cNvSpPr txBox="1"/>
          <p:nvPr/>
        </p:nvSpPr>
        <p:spPr>
          <a:xfrm>
            <a:off x="7628729" y="3318229"/>
            <a:ext cx="424874" cy="332510"/>
          </a:xfrm>
          <a:prstGeom prst="rect">
            <a:avLst/>
          </a:prstGeom>
        </p:spPr>
        <p:txBody>
          <a:bodyPr wrap="square" lIns="0" tIns="0" rIns="0" bIns="0" rtlCol="0">
            <a:noAutofit/>
          </a:bodyPr>
          <a:lstStyle/>
          <a:p>
            <a:r>
              <a:rPr lang="en-US" dirty="0"/>
              <a:t>596</a:t>
            </a:r>
          </a:p>
        </p:txBody>
      </p:sp>
      <p:sp>
        <p:nvSpPr>
          <p:cNvPr id="41" name="文字方塊 40">
            <a:extLst>
              <a:ext uri="{FF2B5EF4-FFF2-40B4-BE49-F238E27FC236}">
                <a16:creationId xmlns:a16="http://schemas.microsoft.com/office/drawing/2014/main" id="{BA9D83EA-6FC4-1EE0-41F8-115C7E8478DF}"/>
              </a:ext>
            </a:extLst>
          </p:cNvPr>
          <p:cNvSpPr txBox="1"/>
          <p:nvPr/>
        </p:nvSpPr>
        <p:spPr>
          <a:xfrm>
            <a:off x="8904815" y="3299773"/>
            <a:ext cx="424874" cy="332510"/>
          </a:xfrm>
          <a:prstGeom prst="rect">
            <a:avLst/>
          </a:prstGeom>
        </p:spPr>
        <p:txBody>
          <a:bodyPr wrap="square" lIns="0" tIns="0" rIns="0" bIns="0" rtlCol="0">
            <a:noAutofit/>
          </a:bodyPr>
          <a:lstStyle/>
          <a:p>
            <a:r>
              <a:rPr lang="en-US" dirty="0"/>
              <a:t>597</a:t>
            </a:r>
          </a:p>
        </p:txBody>
      </p:sp>
      <p:sp>
        <p:nvSpPr>
          <p:cNvPr id="42" name="文字方塊 41">
            <a:extLst>
              <a:ext uri="{FF2B5EF4-FFF2-40B4-BE49-F238E27FC236}">
                <a16:creationId xmlns:a16="http://schemas.microsoft.com/office/drawing/2014/main" id="{695D817A-E504-BBC9-4368-7E56DFEFB350}"/>
              </a:ext>
            </a:extLst>
          </p:cNvPr>
          <p:cNvSpPr txBox="1"/>
          <p:nvPr/>
        </p:nvSpPr>
        <p:spPr>
          <a:xfrm>
            <a:off x="10179435" y="3282523"/>
            <a:ext cx="424874" cy="332510"/>
          </a:xfrm>
          <a:prstGeom prst="rect">
            <a:avLst/>
          </a:prstGeom>
        </p:spPr>
        <p:txBody>
          <a:bodyPr wrap="square" lIns="0" tIns="0" rIns="0" bIns="0" rtlCol="0">
            <a:noAutofit/>
          </a:bodyPr>
          <a:lstStyle/>
          <a:p>
            <a:r>
              <a:rPr lang="en-US" dirty="0"/>
              <a:t>598</a:t>
            </a:r>
          </a:p>
        </p:txBody>
      </p:sp>
      <p:sp>
        <p:nvSpPr>
          <p:cNvPr id="43" name="文字方塊 42">
            <a:extLst>
              <a:ext uri="{FF2B5EF4-FFF2-40B4-BE49-F238E27FC236}">
                <a16:creationId xmlns:a16="http://schemas.microsoft.com/office/drawing/2014/main" id="{6C640BB6-7E8A-1B28-AB35-24A4EE4CA246}"/>
              </a:ext>
            </a:extLst>
          </p:cNvPr>
          <p:cNvSpPr txBox="1"/>
          <p:nvPr/>
        </p:nvSpPr>
        <p:spPr>
          <a:xfrm>
            <a:off x="11414943" y="3272659"/>
            <a:ext cx="424874" cy="332510"/>
          </a:xfrm>
          <a:prstGeom prst="rect">
            <a:avLst/>
          </a:prstGeom>
        </p:spPr>
        <p:txBody>
          <a:bodyPr wrap="square" lIns="0" tIns="0" rIns="0" bIns="0" rtlCol="0">
            <a:noAutofit/>
          </a:bodyPr>
          <a:lstStyle/>
          <a:p>
            <a:r>
              <a:rPr lang="en-US" dirty="0"/>
              <a:t>599</a:t>
            </a:r>
          </a:p>
        </p:txBody>
      </p:sp>
    </p:spTree>
    <p:extLst>
      <p:ext uri="{BB962C8B-B14F-4D97-AF65-F5344CB8AC3E}">
        <p14:creationId xmlns:p14="http://schemas.microsoft.com/office/powerpoint/2010/main" val="205565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44413EED-178B-982E-9711-843A9C75471A}"/>
              </a:ext>
            </a:extLst>
          </p:cNvPr>
          <p:cNvSpPr>
            <a:spLocks noGrp="1"/>
          </p:cNvSpPr>
          <p:nvPr>
            <p:ph type="body" sz="quarter" idx="10"/>
          </p:nvPr>
        </p:nvSpPr>
        <p:spPr/>
        <p:txBody>
          <a:bodyPr>
            <a:normAutofit/>
          </a:bodyPr>
          <a:lstStyle/>
          <a:p>
            <a:pPr>
              <a:buFont typeface="+mj-lt"/>
              <a:buAutoNum type="arabicPeriod" startAt="4"/>
            </a:pPr>
            <a:r>
              <a:rPr lang="en-US" dirty="0"/>
              <a:t>Calculate PSNR with original video sequences by using the provided code</a:t>
            </a:r>
          </a:p>
          <a:p>
            <a:pPr marL="594769" lvl="1" indent="0">
              <a:buNone/>
            </a:pPr>
            <a:endParaRPr lang="en-US" dirty="0">
              <a:highlight>
                <a:srgbClr val="FFFF00"/>
              </a:highlight>
            </a:endParaRPr>
          </a:p>
          <a:p>
            <a:pPr>
              <a:buFont typeface="+mj-lt"/>
              <a:buAutoNum type="arabicPeriod" startAt="4"/>
            </a:pPr>
            <a:endParaRPr lang="en-US" dirty="0"/>
          </a:p>
          <a:p>
            <a:pPr>
              <a:buFont typeface="+mj-lt"/>
              <a:buAutoNum type="arabicPeriod" startAt="4"/>
            </a:pPr>
            <a:endParaRPr lang="en-US" dirty="0"/>
          </a:p>
          <a:p>
            <a:pPr>
              <a:buFont typeface="+mj-lt"/>
              <a:buAutoNum type="arabicPeriod" startAt="4"/>
            </a:pPr>
            <a:r>
              <a:rPr lang="en-US" dirty="0"/>
              <a:t>Calculate BD-rate by using the provided code</a:t>
            </a:r>
          </a:p>
          <a:p>
            <a:pPr lvl="1"/>
            <a:r>
              <a:rPr lang="en-US" dirty="0"/>
              <a:t>Need PSNR values of the 4 different bitrates</a:t>
            </a:r>
          </a:p>
          <a:p>
            <a:pPr lvl="1"/>
            <a:r>
              <a:rPr lang="en-US" dirty="0"/>
              <a:t>Anchor: 4K video sequence </a:t>
            </a:r>
            <a:r>
              <a:rPr lang="en-US" dirty="0" err="1"/>
              <a:t>upsampled</a:t>
            </a:r>
            <a:r>
              <a:rPr lang="en-US" dirty="0"/>
              <a:t> from FHD video</a:t>
            </a:r>
            <a:br>
              <a:rPr lang="en-US" dirty="0"/>
            </a:br>
            <a:r>
              <a:rPr lang="en-US" dirty="0"/>
              <a:t>sequence by bicubic filter</a:t>
            </a:r>
          </a:p>
          <a:p>
            <a:pPr lvl="1"/>
            <a:r>
              <a:rPr lang="en-US" dirty="0"/>
              <a:t>Negative value of BD-rate means better performance</a:t>
            </a:r>
          </a:p>
        </p:txBody>
      </p:sp>
      <p:sp>
        <p:nvSpPr>
          <p:cNvPr id="3" name="標題 2">
            <a:extLst>
              <a:ext uri="{FF2B5EF4-FFF2-40B4-BE49-F238E27FC236}">
                <a16:creationId xmlns:a16="http://schemas.microsoft.com/office/drawing/2014/main" id="{65EF5C4E-4076-15E5-A777-7E020A6D93A6}"/>
              </a:ext>
            </a:extLst>
          </p:cNvPr>
          <p:cNvSpPr>
            <a:spLocks noGrp="1"/>
          </p:cNvSpPr>
          <p:nvPr>
            <p:ph type="title"/>
          </p:nvPr>
        </p:nvSpPr>
        <p:spPr/>
        <p:txBody>
          <a:bodyPr/>
          <a:lstStyle/>
          <a:p>
            <a:r>
              <a:rPr lang="en-US" dirty="0"/>
              <a:t>What You Need to Do</a:t>
            </a:r>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8996DFCB-5075-D72E-DE60-58B20B840873}"/>
                  </a:ext>
                </a:extLst>
              </p:cNvPr>
              <p:cNvSpPr txBox="1"/>
              <p:nvPr/>
            </p:nvSpPr>
            <p:spPr>
              <a:xfrm>
                <a:off x="850706" y="2156490"/>
                <a:ext cx="4465782" cy="914400"/>
              </a:xfrm>
              <a:prstGeom prst="rect">
                <a:avLst/>
              </a:prstGeom>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𝑃𝑆𝑁𝑅</m:t>
                      </m:r>
                      <m:r>
                        <a:rPr lang="en-US" sz="2000" b="0" i="1" smtClean="0">
                          <a:latin typeface="Cambria Math" panose="02040503050406030204" pitchFamily="18" charset="0"/>
                        </a:rPr>
                        <m:t>=10×</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𝑙𝑜𝑔</m:t>
                          </m:r>
                        </m:e>
                        <m:sub>
                          <m:r>
                            <a:rPr lang="en-US" sz="2000" b="0" i="1" smtClean="0">
                              <a:latin typeface="Cambria Math" panose="02040503050406030204" pitchFamily="18" charset="0"/>
                              <a:ea typeface="Cambria Math" panose="02040503050406030204" pitchFamily="18" charset="0"/>
                            </a:rPr>
                            <m:t>10</m:t>
                          </m:r>
                        </m:sub>
                      </m:sSub>
                      <m:r>
                        <a:rPr lang="en-US" sz="2000" b="0" i="1" smtClean="0">
                          <a:latin typeface="Cambria Math" panose="02040503050406030204" pitchFamily="18" charset="0"/>
                          <a:ea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1020</m:t>
                              </m:r>
                            </m:num>
                            <m:den>
                              <m:r>
                                <a:rPr lang="en-US" sz="2000" b="0" i="1" smtClean="0">
                                  <a:latin typeface="Cambria Math" panose="02040503050406030204" pitchFamily="18" charset="0"/>
                                  <a:ea typeface="Cambria Math" panose="02040503050406030204" pitchFamily="18" charset="0"/>
                                </a:rPr>
                                <m:t>𝑀𝑆𝐸</m:t>
                              </m:r>
                            </m:den>
                          </m:f>
                        </m:e>
                      </m:d>
                    </m:oMath>
                  </m:oMathPara>
                </a14:m>
                <a:endParaRPr lang="en-US" sz="2000" dirty="0"/>
              </a:p>
            </p:txBody>
          </p:sp>
        </mc:Choice>
        <mc:Fallback xmlns="">
          <p:sp>
            <p:nvSpPr>
              <p:cNvPr id="4" name="文字方塊 3">
                <a:extLst>
                  <a:ext uri="{FF2B5EF4-FFF2-40B4-BE49-F238E27FC236}">
                    <a16:creationId xmlns:a16="http://schemas.microsoft.com/office/drawing/2014/main" id="{8996DFCB-5075-D72E-DE60-58B20B840873}"/>
                  </a:ext>
                </a:extLst>
              </p:cNvPr>
              <p:cNvSpPr txBox="1">
                <a:spLocks noRot="1" noChangeAspect="1" noMove="1" noResize="1" noEditPoints="1" noAdjustHandles="1" noChangeArrowheads="1" noChangeShapeType="1" noTextEdit="1"/>
              </p:cNvSpPr>
              <p:nvPr/>
            </p:nvSpPr>
            <p:spPr>
              <a:xfrm>
                <a:off x="850706" y="2156490"/>
                <a:ext cx="4465782" cy="91440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7E9DC9D9-A649-390A-7018-480EB7F92CF9}"/>
                  </a:ext>
                </a:extLst>
              </p:cNvPr>
              <p:cNvSpPr txBox="1"/>
              <p:nvPr/>
            </p:nvSpPr>
            <p:spPr>
              <a:xfrm>
                <a:off x="4189170" y="2156490"/>
                <a:ext cx="4465782" cy="914400"/>
              </a:xfrm>
              <a:prstGeom prst="rect">
                <a:avLst/>
              </a:prstGeom>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𝑀𝑆𝐸</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nary>
                            <m:naryPr>
                              <m:chr m:val="∑"/>
                              <m:subHide m:val="on"/>
                              <m:supHide m:val="on"/>
                              <m:ctrlPr>
                                <a:rPr lang="en-US" sz="2000" b="0" i="1" smtClean="0">
                                  <a:latin typeface="Cambria Math" panose="02040503050406030204" pitchFamily="18" charset="0"/>
                                </a:rPr>
                              </m:ctrlPr>
                            </m:naryPr>
                            <m:sub/>
                            <m:sup/>
                            <m:e>
                              <m:sSup>
                                <m:sSupPr>
                                  <m:ctrlPr>
                                    <a:rPr lang="en-US" sz="2000" b="0" i="1" smtClean="0">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𝑂𝑟𝑖</m:t>
                                      </m:r>
                                      <m:r>
                                        <a:rPr lang="en-US" sz="2000" i="1">
                                          <a:latin typeface="Cambria Math" panose="02040503050406030204" pitchFamily="18" charset="0"/>
                                        </a:rPr>
                                        <m:t> −</m:t>
                                      </m:r>
                                      <m:r>
                                        <a:rPr lang="en-US" sz="2000" i="1">
                                          <a:latin typeface="Cambria Math" panose="02040503050406030204" pitchFamily="18" charset="0"/>
                                        </a:rPr>
                                        <m:t>𝑃𝑟𝑒𝑑</m:t>
                                      </m:r>
                                    </m:e>
                                  </m:d>
                                </m:e>
                                <m:sup>
                                  <m:r>
                                    <a:rPr lang="en-US" sz="2000" b="0" i="1" smtClean="0">
                                      <a:latin typeface="Cambria Math" panose="02040503050406030204" pitchFamily="18" charset="0"/>
                                    </a:rPr>
                                    <m:t>2</m:t>
                                  </m:r>
                                </m:sup>
                              </m:sSup>
                            </m:e>
                          </m:nary>
                        </m:num>
                        <m:den>
                          <m:r>
                            <a:rPr lang="en-US" sz="2000" b="0" i="1" smtClean="0">
                              <a:latin typeface="Cambria Math" panose="02040503050406030204" pitchFamily="18" charset="0"/>
                            </a:rPr>
                            <m:t>𝑇𝑜𝑡𝑎𝑙</m:t>
                          </m:r>
                          <m:r>
                            <a:rPr lang="en-US" sz="2000" b="0" i="1" smtClean="0">
                              <a:latin typeface="Cambria Math" panose="02040503050406030204" pitchFamily="18" charset="0"/>
                            </a:rPr>
                            <m:t> </m:t>
                          </m:r>
                          <m:r>
                            <a:rPr lang="en-US" sz="2000" b="0" i="1" smtClean="0">
                              <a:latin typeface="Cambria Math" panose="02040503050406030204" pitchFamily="18" charset="0"/>
                            </a:rPr>
                            <m:t>𝑆𝑎𝑚𝑝𝑙𝑒𝑠</m:t>
                          </m:r>
                        </m:den>
                      </m:f>
                    </m:oMath>
                  </m:oMathPara>
                </a14:m>
                <a:endParaRPr lang="en-US" sz="2000" dirty="0"/>
              </a:p>
            </p:txBody>
          </p:sp>
        </mc:Choice>
        <mc:Fallback xmlns="">
          <p:sp>
            <p:nvSpPr>
              <p:cNvPr id="5" name="文字方塊 4">
                <a:extLst>
                  <a:ext uri="{FF2B5EF4-FFF2-40B4-BE49-F238E27FC236}">
                    <a16:creationId xmlns:a16="http://schemas.microsoft.com/office/drawing/2014/main" id="{7E9DC9D9-A649-390A-7018-480EB7F92CF9}"/>
                  </a:ext>
                </a:extLst>
              </p:cNvPr>
              <p:cNvSpPr txBox="1">
                <a:spLocks noRot="1" noChangeAspect="1" noMove="1" noResize="1" noEditPoints="1" noAdjustHandles="1" noChangeArrowheads="1" noChangeShapeType="1" noTextEdit="1"/>
              </p:cNvSpPr>
              <p:nvPr/>
            </p:nvSpPr>
            <p:spPr>
              <a:xfrm>
                <a:off x="4189170" y="2156490"/>
                <a:ext cx="4465782" cy="914400"/>
              </a:xfrm>
              <a:prstGeom prst="rect">
                <a:avLst/>
              </a:prstGeom>
              <a:blipFill>
                <a:blip r:embed="rId3"/>
                <a:stretch>
                  <a:fillRect/>
                </a:stretch>
              </a:blipFill>
            </p:spPr>
            <p:txBody>
              <a:bodyPr/>
              <a:lstStyle/>
              <a:p>
                <a:r>
                  <a:rPr lang="en-US">
                    <a:noFill/>
                  </a:rPr>
                  <a:t> </a:t>
                </a:r>
              </a:p>
            </p:txBody>
          </p:sp>
        </mc:Fallback>
      </mc:AlternateContent>
      <p:pic>
        <p:nvPicPr>
          <p:cNvPr id="2050" name="Picture 2">
            <a:extLst>
              <a:ext uri="{FF2B5EF4-FFF2-40B4-BE49-F238E27FC236}">
                <a16:creationId xmlns:a16="http://schemas.microsoft.com/office/drawing/2014/main" id="{781467E4-166B-2680-224D-517A4CA9AC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9472" y="3513851"/>
            <a:ext cx="4033981" cy="3107256"/>
          </a:xfrm>
          <a:prstGeom prst="rect">
            <a:avLst/>
          </a:prstGeom>
          <a:noFill/>
          <a:extLst>
            <a:ext uri="{909E8E84-426E-40DD-AFC4-6F175D3DCCD1}">
              <a14:hiddenFill xmlns:a14="http://schemas.microsoft.com/office/drawing/2010/main">
                <a:solidFill>
                  <a:srgbClr val="FFFFFF"/>
                </a:solidFill>
              </a14:hiddenFill>
            </a:ext>
          </a:extLst>
        </p:spPr>
      </p:pic>
      <p:sp>
        <p:nvSpPr>
          <p:cNvPr id="8" name="文字方塊 7">
            <a:extLst>
              <a:ext uri="{FF2B5EF4-FFF2-40B4-BE49-F238E27FC236}">
                <a16:creationId xmlns:a16="http://schemas.microsoft.com/office/drawing/2014/main" id="{F754C2F2-61AD-861D-A069-CF561B172FD7}"/>
              </a:ext>
            </a:extLst>
          </p:cNvPr>
          <p:cNvSpPr txBox="1"/>
          <p:nvPr/>
        </p:nvSpPr>
        <p:spPr>
          <a:xfrm>
            <a:off x="5560290" y="6550223"/>
            <a:ext cx="6807201" cy="307777"/>
          </a:xfrm>
          <a:prstGeom prst="rect">
            <a:avLst/>
          </a:prstGeom>
          <a:noFill/>
        </p:spPr>
        <p:txBody>
          <a:bodyPr wrap="square">
            <a:spAutoFit/>
          </a:bodyPr>
          <a:lstStyle/>
          <a:p>
            <a:r>
              <a:rPr lang="en-US" sz="1400" dirty="0"/>
              <a:t>https://medium.com/innovation-labs-blog/bjontegaard-delta-rate-metric-c8c82c1bc42c</a:t>
            </a:r>
          </a:p>
        </p:txBody>
      </p:sp>
    </p:spTree>
    <p:extLst>
      <p:ext uri="{BB962C8B-B14F-4D97-AF65-F5344CB8AC3E}">
        <p14:creationId xmlns:p14="http://schemas.microsoft.com/office/powerpoint/2010/main" val="1197239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4125D661-E8A3-F1C7-B643-F12931CF785F}"/>
              </a:ext>
            </a:extLst>
          </p:cNvPr>
          <p:cNvSpPr>
            <a:spLocks noGrp="1"/>
          </p:cNvSpPr>
          <p:nvPr>
            <p:ph type="body" sz="quarter" idx="10"/>
          </p:nvPr>
        </p:nvSpPr>
        <p:spPr/>
        <p:txBody>
          <a:bodyPr/>
          <a:lstStyle/>
          <a:p>
            <a:r>
              <a:rPr lang="en-US" altLang="zh-TW" dirty="0"/>
              <a:t>We provided </a:t>
            </a:r>
            <a:r>
              <a:rPr lang="en-US" altLang="zh-TW" dirty="0">
                <a:highlight>
                  <a:srgbClr val="FFFF00"/>
                </a:highlight>
              </a:rPr>
              <a:t>4</a:t>
            </a:r>
            <a:r>
              <a:rPr lang="en-US" dirty="0"/>
              <a:t> video sequences for development and pre-evaluation.</a:t>
            </a:r>
          </a:p>
          <a:p>
            <a:r>
              <a:rPr lang="en-US" altLang="zh-TW" dirty="0"/>
              <a:t>Before the software deadline, please submit your source codes and report the </a:t>
            </a:r>
            <a:r>
              <a:rPr lang="en-US" dirty="0"/>
              <a:t>BD-rates of the </a:t>
            </a:r>
            <a:r>
              <a:rPr lang="en-US" dirty="0">
                <a:highlight>
                  <a:srgbClr val="FFFF00"/>
                </a:highlight>
              </a:rPr>
              <a:t>4</a:t>
            </a:r>
            <a:r>
              <a:rPr lang="en-US" dirty="0"/>
              <a:t> video sequences.</a:t>
            </a:r>
            <a:endParaRPr lang="en-US" altLang="zh-TW" dirty="0"/>
          </a:p>
          <a:p>
            <a:r>
              <a:rPr lang="en-US" dirty="0"/>
              <a:t>We will provide </a:t>
            </a:r>
            <a:r>
              <a:rPr lang="en-US" dirty="0">
                <a:highlight>
                  <a:srgbClr val="FFFF00"/>
                </a:highlight>
              </a:rPr>
              <a:t>2</a:t>
            </a:r>
            <a:r>
              <a:rPr lang="en-US" dirty="0"/>
              <a:t> hidden video sequences after the software deadline.</a:t>
            </a:r>
          </a:p>
          <a:p>
            <a:r>
              <a:rPr lang="en-US" dirty="0"/>
              <a:t>Please report the BD-rates of the </a:t>
            </a:r>
            <a:r>
              <a:rPr lang="en-US" dirty="0">
                <a:highlight>
                  <a:srgbClr val="FFFF00"/>
                </a:highlight>
              </a:rPr>
              <a:t>4</a:t>
            </a:r>
            <a:r>
              <a:rPr lang="en-US" altLang="zh-TW" dirty="0">
                <a:highlight>
                  <a:srgbClr val="FFFF00"/>
                </a:highlight>
              </a:rPr>
              <a:t>+2</a:t>
            </a:r>
            <a:r>
              <a:rPr lang="en-US" dirty="0"/>
              <a:t> video sequences.</a:t>
            </a:r>
          </a:p>
          <a:p>
            <a:pPr lvl="1"/>
            <a:r>
              <a:rPr lang="en-US" dirty="0"/>
              <a:t>Please use the same source codes before and after the software deadline.</a:t>
            </a:r>
          </a:p>
          <a:p>
            <a:endParaRPr lang="en-US" dirty="0"/>
          </a:p>
          <a:p>
            <a:endParaRPr lang="en-US" dirty="0"/>
          </a:p>
        </p:txBody>
      </p:sp>
      <p:sp>
        <p:nvSpPr>
          <p:cNvPr id="3" name="標題 2">
            <a:extLst>
              <a:ext uri="{FF2B5EF4-FFF2-40B4-BE49-F238E27FC236}">
                <a16:creationId xmlns:a16="http://schemas.microsoft.com/office/drawing/2014/main" id="{B14C0624-F5E5-7970-EC18-341D2287D1B9}"/>
              </a:ext>
            </a:extLst>
          </p:cNvPr>
          <p:cNvSpPr>
            <a:spLocks noGrp="1"/>
          </p:cNvSpPr>
          <p:nvPr>
            <p:ph type="title"/>
          </p:nvPr>
        </p:nvSpPr>
        <p:spPr/>
        <p:txBody>
          <a:bodyPr/>
          <a:lstStyle/>
          <a:p>
            <a:r>
              <a:rPr lang="en-US" dirty="0"/>
              <a:t>Evaluation</a:t>
            </a:r>
          </a:p>
        </p:txBody>
      </p:sp>
    </p:spTree>
    <p:extLst>
      <p:ext uri="{BB962C8B-B14F-4D97-AF65-F5344CB8AC3E}">
        <p14:creationId xmlns:p14="http://schemas.microsoft.com/office/powerpoint/2010/main" val="3724938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4125D661-E8A3-F1C7-B643-F12931CF785F}"/>
              </a:ext>
            </a:extLst>
          </p:cNvPr>
          <p:cNvSpPr>
            <a:spLocks noGrp="1"/>
          </p:cNvSpPr>
          <p:nvPr>
            <p:ph type="body" sz="quarter" idx="10"/>
          </p:nvPr>
        </p:nvSpPr>
        <p:spPr>
          <a:xfrm>
            <a:off x="431799" y="1376785"/>
            <a:ext cx="6154195" cy="4569927"/>
          </a:xfrm>
        </p:spPr>
        <p:txBody>
          <a:bodyPr>
            <a:normAutofit fontScale="70000" lnSpcReduction="20000"/>
          </a:bodyPr>
          <a:lstStyle/>
          <a:p>
            <a:r>
              <a:rPr lang="en-US" sz="3800" dirty="0"/>
              <a:t>Objective quality: </a:t>
            </a:r>
            <a:r>
              <a:rPr lang="en-US" sz="3800" dirty="0">
                <a:solidFill>
                  <a:schemeClr val="bg2"/>
                </a:solidFill>
              </a:rPr>
              <a:t>(50%)</a:t>
            </a:r>
          </a:p>
          <a:p>
            <a:pPr lvl="1"/>
            <a:r>
              <a:rPr lang="en-US" sz="2900" dirty="0"/>
              <a:t>BD-rate ranking (of </a:t>
            </a:r>
            <a:r>
              <a:rPr lang="en-US" sz="2900" dirty="0">
                <a:highlight>
                  <a:srgbClr val="FFFF00"/>
                </a:highlight>
              </a:rPr>
              <a:t>4+2</a:t>
            </a:r>
            <a:r>
              <a:rPr lang="en-US" sz="2900" dirty="0"/>
              <a:t> video sequences)</a:t>
            </a:r>
          </a:p>
          <a:p>
            <a:pPr lvl="1"/>
            <a:r>
              <a:rPr lang="en-US" sz="2900" dirty="0"/>
              <a:t>In case of constraint violation</a:t>
            </a:r>
          </a:p>
          <a:p>
            <a:pPr lvl="2"/>
            <a:r>
              <a:rPr lang="en-US" sz="2900" b="1" dirty="0"/>
              <a:t>Complexity &gt; 200K MACs/pixel (-25%)</a:t>
            </a:r>
          </a:p>
          <a:p>
            <a:pPr lvl="2"/>
            <a:r>
              <a:rPr lang="en-US" sz="2900" b="1" dirty="0"/>
              <a:t>Copy golden data directly (-50%)</a:t>
            </a:r>
          </a:p>
          <a:p>
            <a:r>
              <a:rPr lang="en-US" sz="3800" dirty="0"/>
              <a:t>Presentation: </a:t>
            </a:r>
            <a:r>
              <a:rPr lang="en-US" sz="3800" dirty="0">
                <a:solidFill>
                  <a:schemeClr val="bg2"/>
                </a:solidFill>
              </a:rPr>
              <a:t>(50%) Top 10 teams</a:t>
            </a:r>
          </a:p>
          <a:p>
            <a:pPr lvl="1"/>
            <a:r>
              <a:rPr lang="en-US" sz="2900" dirty="0"/>
              <a:t>Novelty and technical contribution (20%)</a:t>
            </a:r>
          </a:p>
          <a:p>
            <a:pPr lvl="1"/>
            <a:r>
              <a:rPr lang="en-US" sz="2900" dirty="0"/>
              <a:t>Experiment completeness (25%)</a:t>
            </a:r>
          </a:p>
          <a:p>
            <a:pPr lvl="1"/>
            <a:r>
              <a:rPr lang="en-US" sz="2900" dirty="0"/>
              <a:t>Presentation (5%)</a:t>
            </a:r>
          </a:p>
          <a:p>
            <a:r>
              <a:rPr lang="en-US" sz="3800" dirty="0"/>
              <a:t>Report: </a:t>
            </a:r>
            <a:r>
              <a:rPr lang="en-US" sz="3800" dirty="0">
                <a:solidFill>
                  <a:schemeClr val="bg2"/>
                </a:solidFill>
              </a:rPr>
              <a:t>(50%) Other teams</a:t>
            </a:r>
          </a:p>
          <a:p>
            <a:pPr lvl="1"/>
            <a:r>
              <a:rPr lang="en-US" sz="2900" dirty="0"/>
              <a:t>Novelty and technical contribution (25%)</a:t>
            </a:r>
          </a:p>
          <a:p>
            <a:pPr lvl="1"/>
            <a:r>
              <a:rPr lang="en-US" sz="2900" dirty="0"/>
              <a:t>Experiment completeness (25%)</a:t>
            </a:r>
          </a:p>
          <a:p>
            <a:pPr lvl="1"/>
            <a:endParaRPr lang="en-US" dirty="0">
              <a:solidFill>
                <a:srgbClr val="FF0000"/>
              </a:solidFill>
            </a:endParaRPr>
          </a:p>
          <a:p>
            <a:pPr lvl="1"/>
            <a:endParaRPr lang="en-US" dirty="0">
              <a:solidFill>
                <a:srgbClr val="FF0000"/>
              </a:solidFill>
            </a:endParaRPr>
          </a:p>
        </p:txBody>
      </p:sp>
      <p:sp>
        <p:nvSpPr>
          <p:cNvPr id="3" name="標題 2">
            <a:extLst>
              <a:ext uri="{FF2B5EF4-FFF2-40B4-BE49-F238E27FC236}">
                <a16:creationId xmlns:a16="http://schemas.microsoft.com/office/drawing/2014/main" id="{B14C0624-F5E5-7970-EC18-341D2287D1B9}"/>
              </a:ext>
            </a:extLst>
          </p:cNvPr>
          <p:cNvSpPr>
            <a:spLocks noGrp="1"/>
          </p:cNvSpPr>
          <p:nvPr>
            <p:ph type="title"/>
          </p:nvPr>
        </p:nvSpPr>
        <p:spPr/>
        <p:txBody>
          <a:bodyPr>
            <a:normAutofit/>
          </a:bodyPr>
          <a:lstStyle/>
          <a:p>
            <a:r>
              <a:rPr lang="en-US" dirty="0"/>
              <a:t>Evaluation - Score Criterion</a:t>
            </a:r>
          </a:p>
        </p:txBody>
      </p:sp>
      <p:sp>
        <p:nvSpPr>
          <p:cNvPr id="4" name="TextBox 3">
            <a:extLst>
              <a:ext uri="{FF2B5EF4-FFF2-40B4-BE49-F238E27FC236}">
                <a16:creationId xmlns:a16="http://schemas.microsoft.com/office/drawing/2014/main" id="{88818EA7-58B9-6136-EF42-7EAFC553A369}"/>
              </a:ext>
            </a:extLst>
          </p:cNvPr>
          <p:cNvSpPr txBox="1"/>
          <p:nvPr/>
        </p:nvSpPr>
        <p:spPr>
          <a:xfrm>
            <a:off x="5910792" y="3548270"/>
            <a:ext cx="914400" cy="914400"/>
          </a:xfrm>
          <a:prstGeom prst="rect">
            <a:avLst/>
          </a:prstGeom>
        </p:spPr>
        <p:txBody>
          <a:bodyPr wrap="none" lIns="0" tIns="0" rIns="0" bIns="0" rtlCol="0">
            <a:noAutofit/>
          </a:bodyPr>
          <a:lstStyle/>
          <a:p>
            <a:endParaRPr lang="en-TW" dirty="0"/>
          </a:p>
        </p:txBody>
      </p:sp>
      <p:sp>
        <p:nvSpPr>
          <p:cNvPr id="5" name="TextBox 4">
            <a:extLst>
              <a:ext uri="{FF2B5EF4-FFF2-40B4-BE49-F238E27FC236}">
                <a16:creationId xmlns:a16="http://schemas.microsoft.com/office/drawing/2014/main" id="{A46CCFBF-3AF4-5AC6-414B-2D336A4A263B}"/>
              </a:ext>
            </a:extLst>
          </p:cNvPr>
          <p:cNvSpPr txBox="1"/>
          <p:nvPr/>
        </p:nvSpPr>
        <p:spPr>
          <a:xfrm>
            <a:off x="7076662" y="2595698"/>
            <a:ext cx="914400" cy="914400"/>
          </a:xfrm>
          <a:prstGeom prst="rect">
            <a:avLst/>
          </a:prstGeom>
        </p:spPr>
        <p:txBody>
          <a:bodyPr wrap="none" lIns="0" tIns="0" rIns="0" bIns="0" rtlCol="0">
            <a:noAutofit/>
          </a:bodyPr>
          <a:lstStyle/>
          <a:p>
            <a:endParaRPr lang="en-TW" dirty="0"/>
          </a:p>
        </p:txBody>
      </p:sp>
      <p:graphicFrame>
        <p:nvGraphicFramePr>
          <p:cNvPr id="9" name="Table 4">
            <a:extLst>
              <a:ext uri="{FF2B5EF4-FFF2-40B4-BE49-F238E27FC236}">
                <a16:creationId xmlns:a16="http://schemas.microsoft.com/office/drawing/2014/main" id="{5C5CB536-38E2-C184-930D-BF16E945EAEB}"/>
              </a:ext>
            </a:extLst>
          </p:cNvPr>
          <p:cNvGraphicFramePr>
            <a:graphicFrameLocks noGrp="1"/>
          </p:cNvGraphicFramePr>
          <p:nvPr/>
        </p:nvGraphicFramePr>
        <p:xfrm>
          <a:off x="6668432" y="1379886"/>
          <a:ext cx="4721352" cy="4098228"/>
        </p:xfrm>
        <a:graphic>
          <a:graphicData uri="http://schemas.openxmlformats.org/drawingml/2006/table">
            <a:tbl>
              <a:tblPr firstRow="1" bandRow="1">
                <a:tableStyleId>{5C22544A-7EE6-4342-B048-85BDC9FD1C3A}</a:tableStyleId>
              </a:tblPr>
              <a:tblGrid>
                <a:gridCol w="1815347">
                  <a:extLst>
                    <a:ext uri="{9D8B030D-6E8A-4147-A177-3AD203B41FA5}">
                      <a16:colId xmlns:a16="http://schemas.microsoft.com/office/drawing/2014/main" val="2204021042"/>
                    </a:ext>
                  </a:extLst>
                </a:gridCol>
                <a:gridCol w="2906005">
                  <a:extLst>
                    <a:ext uri="{9D8B030D-6E8A-4147-A177-3AD203B41FA5}">
                      <a16:colId xmlns:a16="http://schemas.microsoft.com/office/drawing/2014/main" val="4086111759"/>
                    </a:ext>
                  </a:extLst>
                </a:gridCol>
              </a:tblGrid>
              <a:tr h="388969">
                <a:tc>
                  <a:txBody>
                    <a:bodyPr/>
                    <a:lstStyle/>
                    <a:p>
                      <a:pPr algn="ctr"/>
                      <a:r>
                        <a:rPr lang="en-TW" b="1" dirty="0"/>
                        <a:t>Points</a:t>
                      </a:r>
                    </a:p>
                  </a:txBody>
                  <a:tcPr/>
                </a:tc>
                <a:tc>
                  <a:txBody>
                    <a:bodyPr/>
                    <a:lstStyle/>
                    <a:p>
                      <a:pPr algn="ctr"/>
                      <a:r>
                        <a:rPr lang="en-TW" b="1" dirty="0"/>
                        <a:t> # of teams</a:t>
                      </a:r>
                    </a:p>
                  </a:txBody>
                  <a:tcPr/>
                </a:tc>
                <a:extLst>
                  <a:ext uri="{0D108BD9-81ED-4DB2-BD59-A6C34878D82A}">
                    <a16:rowId xmlns:a16="http://schemas.microsoft.com/office/drawing/2014/main" val="680406076"/>
                  </a:ext>
                </a:extLst>
              </a:tr>
              <a:tr h="388969">
                <a:tc>
                  <a:txBody>
                    <a:bodyPr/>
                    <a:lstStyle/>
                    <a:p>
                      <a:pPr algn="ctr"/>
                      <a:r>
                        <a:rPr lang="en-TW" b="1" dirty="0"/>
                        <a:t>50%</a:t>
                      </a:r>
                    </a:p>
                  </a:txBody>
                  <a:tcPr/>
                </a:tc>
                <a:tc>
                  <a:txBody>
                    <a:bodyPr/>
                    <a:lstStyle/>
                    <a:p>
                      <a:pPr algn="ctr"/>
                      <a:r>
                        <a:rPr lang="en-TW" b="1" dirty="0"/>
                        <a:t>1</a:t>
                      </a:r>
                    </a:p>
                  </a:txBody>
                  <a:tcPr/>
                </a:tc>
                <a:extLst>
                  <a:ext uri="{0D108BD9-81ED-4DB2-BD59-A6C34878D82A}">
                    <a16:rowId xmlns:a16="http://schemas.microsoft.com/office/drawing/2014/main" val="2529420638"/>
                  </a:ext>
                </a:extLst>
              </a:tr>
              <a:tr h="388969">
                <a:tc>
                  <a:txBody>
                    <a:bodyPr/>
                    <a:lstStyle/>
                    <a:p>
                      <a:pPr algn="ctr"/>
                      <a:r>
                        <a:rPr lang="en-TW" b="1" dirty="0"/>
                        <a:t>48%</a:t>
                      </a:r>
                    </a:p>
                  </a:txBody>
                  <a:tcPr/>
                </a:tc>
                <a:tc>
                  <a:txBody>
                    <a:bodyPr/>
                    <a:lstStyle/>
                    <a:p>
                      <a:pPr algn="ctr"/>
                      <a:r>
                        <a:rPr lang="en-TW" b="1" dirty="0"/>
                        <a:t>2</a:t>
                      </a:r>
                    </a:p>
                  </a:txBody>
                  <a:tcPr/>
                </a:tc>
                <a:extLst>
                  <a:ext uri="{0D108BD9-81ED-4DB2-BD59-A6C34878D82A}">
                    <a16:rowId xmlns:a16="http://schemas.microsoft.com/office/drawing/2014/main" val="4083280711"/>
                  </a:ext>
                </a:extLst>
              </a:tr>
              <a:tr h="388969">
                <a:tc>
                  <a:txBody>
                    <a:bodyPr/>
                    <a:lstStyle/>
                    <a:p>
                      <a:pPr algn="ctr"/>
                      <a:r>
                        <a:rPr lang="en-TW" b="1" dirty="0"/>
                        <a:t>46%</a:t>
                      </a:r>
                    </a:p>
                  </a:txBody>
                  <a:tcPr/>
                </a:tc>
                <a:tc>
                  <a:txBody>
                    <a:bodyPr/>
                    <a:lstStyle/>
                    <a:p>
                      <a:pPr algn="ctr"/>
                      <a:r>
                        <a:rPr lang="en-TW" b="1" dirty="0"/>
                        <a:t>2</a:t>
                      </a:r>
                    </a:p>
                  </a:txBody>
                  <a:tcPr/>
                </a:tc>
                <a:extLst>
                  <a:ext uri="{0D108BD9-81ED-4DB2-BD59-A6C34878D82A}">
                    <a16:rowId xmlns:a16="http://schemas.microsoft.com/office/drawing/2014/main" val="959429689"/>
                  </a:ext>
                </a:extLst>
              </a:tr>
              <a:tr h="567357">
                <a:tc>
                  <a:txBody>
                    <a:bodyPr/>
                    <a:lstStyle/>
                    <a:p>
                      <a:pPr algn="ctr"/>
                      <a:r>
                        <a:rPr lang="en-TW" b="1" dirty="0"/>
                        <a:t>42%</a:t>
                      </a:r>
                    </a:p>
                  </a:txBody>
                  <a:tcPr/>
                </a:tc>
                <a:tc>
                  <a:txBody>
                    <a:bodyPr/>
                    <a:lstStyle/>
                    <a:p>
                      <a:pPr algn="ctr"/>
                      <a:r>
                        <a:rPr lang="en-US" b="1" dirty="0"/>
                        <a:t>The rest teams /4</a:t>
                      </a:r>
                      <a:endParaRPr lang="en-TW" b="1" dirty="0"/>
                    </a:p>
                  </a:txBody>
                  <a:tcPr/>
                </a:tc>
                <a:extLst>
                  <a:ext uri="{0D108BD9-81ED-4DB2-BD59-A6C34878D82A}">
                    <a16:rowId xmlns:a16="http://schemas.microsoft.com/office/drawing/2014/main" val="483268121"/>
                  </a:ext>
                </a:extLst>
              </a:tr>
              <a:tr h="567357">
                <a:tc>
                  <a:txBody>
                    <a:bodyPr/>
                    <a:lstStyle/>
                    <a:p>
                      <a:pPr algn="ctr"/>
                      <a:r>
                        <a:rPr lang="en-TW" b="1" dirty="0"/>
                        <a:t>38%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The rest teams /4</a:t>
                      </a:r>
                      <a:endParaRPr lang="en-TW" b="1" dirty="0"/>
                    </a:p>
                  </a:txBody>
                  <a:tcPr/>
                </a:tc>
                <a:extLst>
                  <a:ext uri="{0D108BD9-81ED-4DB2-BD59-A6C34878D82A}">
                    <a16:rowId xmlns:a16="http://schemas.microsoft.com/office/drawing/2014/main" val="3511011313"/>
                  </a:ext>
                </a:extLst>
              </a:tr>
              <a:tr h="567357">
                <a:tc>
                  <a:txBody>
                    <a:bodyPr/>
                    <a:lstStyle/>
                    <a:p>
                      <a:pPr algn="ctr"/>
                      <a:r>
                        <a:rPr lang="en-TW" b="1" dirty="0"/>
                        <a:t>34%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The rest teams /4</a:t>
                      </a:r>
                      <a:endParaRPr lang="en-TW" b="1" dirty="0"/>
                    </a:p>
                  </a:txBody>
                  <a:tcPr/>
                </a:tc>
                <a:extLst>
                  <a:ext uri="{0D108BD9-81ED-4DB2-BD59-A6C34878D82A}">
                    <a16:rowId xmlns:a16="http://schemas.microsoft.com/office/drawing/2014/main" val="1069284600"/>
                  </a:ext>
                </a:extLst>
              </a:tr>
              <a:tr h="567357">
                <a:tc>
                  <a:txBody>
                    <a:bodyPr/>
                    <a:lstStyle/>
                    <a:p>
                      <a:pPr algn="ctr"/>
                      <a:r>
                        <a:rPr lang="en-TW" b="1" dirty="0"/>
                        <a:t>30%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The rest teams /4</a:t>
                      </a:r>
                      <a:endParaRPr lang="en-TW" b="1" dirty="0"/>
                    </a:p>
                  </a:txBody>
                  <a:tcPr/>
                </a:tc>
                <a:extLst>
                  <a:ext uri="{0D108BD9-81ED-4DB2-BD59-A6C34878D82A}">
                    <a16:rowId xmlns:a16="http://schemas.microsoft.com/office/drawing/2014/main" val="3692512520"/>
                  </a:ext>
                </a:extLst>
              </a:tr>
            </a:tbl>
          </a:graphicData>
        </a:graphic>
      </p:graphicFrame>
    </p:spTree>
    <p:extLst>
      <p:ext uri="{BB962C8B-B14F-4D97-AF65-F5344CB8AC3E}">
        <p14:creationId xmlns:p14="http://schemas.microsoft.com/office/powerpoint/2010/main" val="1338435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4125D661-E8A3-F1C7-B643-F12931CF785F}"/>
              </a:ext>
            </a:extLst>
          </p:cNvPr>
          <p:cNvSpPr>
            <a:spLocks noGrp="1"/>
          </p:cNvSpPr>
          <p:nvPr>
            <p:ph type="body" sz="quarter" idx="10"/>
          </p:nvPr>
        </p:nvSpPr>
        <p:spPr>
          <a:xfrm>
            <a:off x="431799" y="1376785"/>
            <a:ext cx="6154195" cy="4569927"/>
          </a:xfrm>
        </p:spPr>
        <p:txBody>
          <a:bodyPr>
            <a:normAutofit/>
          </a:bodyPr>
          <a:lstStyle/>
          <a:p>
            <a:r>
              <a:rPr lang="en-US" sz="2670" dirty="0"/>
              <a:t>To be announced by TA</a:t>
            </a:r>
          </a:p>
          <a:p>
            <a:pPr lvl="1"/>
            <a:endParaRPr lang="en-US" dirty="0">
              <a:solidFill>
                <a:srgbClr val="FF0000"/>
              </a:solidFill>
            </a:endParaRPr>
          </a:p>
        </p:txBody>
      </p:sp>
      <p:sp>
        <p:nvSpPr>
          <p:cNvPr id="3" name="標題 2">
            <a:extLst>
              <a:ext uri="{FF2B5EF4-FFF2-40B4-BE49-F238E27FC236}">
                <a16:creationId xmlns:a16="http://schemas.microsoft.com/office/drawing/2014/main" id="{B14C0624-F5E5-7970-EC18-341D2287D1B9}"/>
              </a:ext>
            </a:extLst>
          </p:cNvPr>
          <p:cNvSpPr>
            <a:spLocks noGrp="1"/>
          </p:cNvSpPr>
          <p:nvPr>
            <p:ph type="title"/>
          </p:nvPr>
        </p:nvSpPr>
        <p:spPr/>
        <p:txBody>
          <a:bodyPr>
            <a:normAutofit/>
          </a:bodyPr>
          <a:lstStyle/>
          <a:p>
            <a:r>
              <a:rPr lang="en-US" dirty="0"/>
              <a:t>Evaluation Server</a:t>
            </a:r>
          </a:p>
        </p:txBody>
      </p:sp>
      <p:sp>
        <p:nvSpPr>
          <p:cNvPr id="4" name="TextBox 3">
            <a:extLst>
              <a:ext uri="{FF2B5EF4-FFF2-40B4-BE49-F238E27FC236}">
                <a16:creationId xmlns:a16="http://schemas.microsoft.com/office/drawing/2014/main" id="{88818EA7-58B9-6136-EF42-7EAFC553A369}"/>
              </a:ext>
            </a:extLst>
          </p:cNvPr>
          <p:cNvSpPr txBox="1"/>
          <p:nvPr/>
        </p:nvSpPr>
        <p:spPr>
          <a:xfrm>
            <a:off x="5910792" y="3548270"/>
            <a:ext cx="914400" cy="914400"/>
          </a:xfrm>
          <a:prstGeom prst="rect">
            <a:avLst/>
          </a:prstGeom>
        </p:spPr>
        <p:txBody>
          <a:bodyPr wrap="none" lIns="0" tIns="0" rIns="0" bIns="0" rtlCol="0">
            <a:noAutofit/>
          </a:bodyPr>
          <a:lstStyle/>
          <a:p>
            <a:endParaRPr lang="en-TW" dirty="0"/>
          </a:p>
        </p:txBody>
      </p:sp>
      <p:sp>
        <p:nvSpPr>
          <p:cNvPr id="5" name="TextBox 4">
            <a:extLst>
              <a:ext uri="{FF2B5EF4-FFF2-40B4-BE49-F238E27FC236}">
                <a16:creationId xmlns:a16="http://schemas.microsoft.com/office/drawing/2014/main" id="{A46CCFBF-3AF4-5AC6-414B-2D336A4A263B}"/>
              </a:ext>
            </a:extLst>
          </p:cNvPr>
          <p:cNvSpPr txBox="1"/>
          <p:nvPr/>
        </p:nvSpPr>
        <p:spPr>
          <a:xfrm>
            <a:off x="7076662" y="2595698"/>
            <a:ext cx="914400" cy="914400"/>
          </a:xfrm>
          <a:prstGeom prst="rect">
            <a:avLst/>
          </a:prstGeom>
        </p:spPr>
        <p:txBody>
          <a:bodyPr wrap="none" lIns="0" tIns="0" rIns="0" bIns="0" rtlCol="0">
            <a:noAutofit/>
          </a:bodyPr>
          <a:lstStyle/>
          <a:p>
            <a:endParaRPr lang="en-TW" dirty="0"/>
          </a:p>
        </p:txBody>
      </p:sp>
    </p:spTree>
    <p:extLst>
      <p:ext uri="{BB962C8B-B14F-4D97-AF65-F5344CB8AC3E}">
        <p14:creationId xmlns:p14="http://schemas.microsoft.com/office/powerpoint/2010/main" val="3167255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055E5E9C-7497-5A67-37F2-DE903459CAD7}"/>
              </a:ext>
            </a:extLst>
          </p:cNvPr>
          <p:cNvSpPr>
            <a:spLocks noGrp="1"/>
          </p:cNvSpPr>
          <p:nvPr>
            <p:ph type="body" sz="quarter" idx="10"/>
          </p:nvPr>
        </p:nvSpPr>
        <p:spPr/>
        <p:txBody>
          <a:bodyPr/>
          <a:lstStyle/>
          <a:p>
            <a:pPr>
              <a:buFont typeface="+mj-lt"/>
              <a:buAutoNum type="arabicPeriod"/>
            </a:pPr>
            <a:r>
              <a:rPr lang="en-US" dirty="0"/>
              <a:t>The report of your final project</a:t>
            </a:r>
          </a:p>
          <a:p>
            <a:pPr>
              <a:buFont typeface="+mj-lt"/>
              <a:buAutoNum type="arabicPeriod"/>
            </a:pPr>
            <a:r>
              <a:rPr lang="en-US" altLang="zh-TW" dirty="0"/>
              <a:t>Generated video sequences </a:t>
            </a:r>
          </a:p>
          <a:p>
            <a:pPr>
              <a:buFont typeface="+mj-lt"/>
              <a:buAutoNum type="arabicPeriod"/>
            </a:pPr>
            <a:r>
              <a:rPr lang="en-US" dirty="0"/>
              <a:t>Description of your method</a:t>
            </a:r>
          </a:p>
          <a:p>
            <a:pPr>
              <a:buFont typeface="+mj-lt"/>
              <a:buAutoNum type="arabicPeriod"/>
            </a:pPr>
            <a:r>
              <a:rPr lang="en-US" dirty="0"/>
              <a:t>Source codes</a:t>
            </a:r>
          </a:p>
        </p:txBody>
      </p:sp>
      <p:sp>
        <p:nvSpPr>
          <p:cNvPr id="3" name="標題 2">
            <a:extLst>
              <a:ext uri="{FF2B5EF4-FFF2-40B4-BE49-F238E27FC236}">
                <a16:creationId xmlns:a16="http://schemas.microsoft.com/office/drawing/2014/main" id="{E6EB7FBA-AC2E-5761-684F-81E563195817}"/>
              </a:ext>
            </a:extLst>
          </p:cNvPr>
          <p:cNvSpPr>
            <a:spLocks noGrp="1"/>
          </p:cNvSpPr>
          <p:nvPr>
            <p:ph type="title"/>
          </p:nvPr>
        </p:nvSpPr>
        <p:spPr/>
        <p:txBody>
          <a:bodyPr/>
          <a:lstStyle/>
          <a:p>
            <a:r>
              <a:rPr lang="en-US" dirty="0"/>
              <a:t>Project Output</a:t>
            </a:r>
          </a:p>
        </p:txBody>
      </p:sp>
    </p:spTree>
    <p:extLst>
      <p:ext uri="{BB962C8B-B14F-4D97-AF65-F5344CB8AC3E}">
        <p14:creationId xmlns:p14="http://schemas.microsoft.com/office/powerpoint/2010/main" val="4038421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43D5844F-3576-426F-6D56-3AB2281AC0CA}"/>
              </a:ext>
            </a:extLst>
          </p:cNvPr>
          <p:cNvSpPr>
            <a:spLocks noGrp="1"/>
          </p:cNvSpPr>
          <p:nvPr>
            <p:ph type="body" sz="quarter" idx="10"/>
          </p:nvPr>
        </p:nvSpPr>
        <p:spPr/>
        <p:txBody>
          <a:bodyPr>
            <a:normAutofit fontScale="92500" lnSpcReduction="20000"/>
          </a:bodyPr>
          <a:lstStyle/>
          <a:p>
            <a:r>
              <a:rPr lang="en-US" dirty="0"/>
              <a:t>bitstream: compressed video files to be decoded</a:t>
            </a:r>
          </a:p>
          <a:p>
            <a:r>
              <a:rPr lang="en-US" dirty="0" err="1"/>
              <a:t>orgYUV</a:t>
            </a:r>
            <a:r>
              <a:rPr lang="en-US" dirty="0"/>
              <a:t>: unzip orgYUV.zip. 4 uncompressed 4K videos with only odd frames</a:t>
            </a:r>
          </a:p>
          <a:p>
            <a:pPr lvl="1"/>
            <a:r>
              <a:rPr lang="en-US" dirty="0"/>
              <a:t>For PSNR calculation</a:t>
            </a:r>
          </a:p>
          <a:p>
            <a:pPr lvl="1"/>
            <a:r>
              <a:rPr lang="en-US" dirty="0"/>
              <a:t>View videos with </a:t>
            </a:r>
            <a:r>
              <a:rPr lang="en-US" dirty="0" err="1"/>
              <a:t>YUView</a:t>
            </a:r>
            <a:endParaRPr lang="en-US" dirty="0"/>
          </a:p>
          <a:p>
            <a:pPr lvl="2"/>
            <a:r>
              <a:rPr lang="en-US" dirty="0">
                <a:hlinkClick r:id="rId2"/>
              </a:rPr>
              <a:t>https://github.com/IENT/YUView</a:t>
            </a:r>
            <a:endParaRPr lang="en-US" dirty="0"/>
          </a:p>
          <a:p>
            <a:r>
              <a:rPr lang="en-US" dirty="0" err="1"/>
              <a:t>scriptTest</a:t>
            </a:r>
            <a:endParaRPr lang="en-US" dirty="0"/>
          </a:p>
          <a:p>
            <a:pPr lvl="1"/>
            <a:r>
              <a:rPr lang="en-US" dirty="0"/>
              <a:t>Scripts for calculating BD-rate</a:t>
            </a:r>
          </a:p>
          <a:p>
            <a:r>
              <a:rPr lang="en-US" dirty="0"/>
              <a:t>memo.txt</a:t>
            </a:r>
          </a:p>
          <a:p>
            <a:pPr lvl="1"/>
            <a:r>
              <a:rPr lang="en-US" dirty="0"/>
              <a:t>Best BD-rate you can get!</a:t>
            </a:r>
          </a:p>
          <a:p>
            <a:r>
              <a:rPr lang="en-US" altLang="zh-TW" dirty="0"/>
              <a:t>VVCMLinfo.xlsx</a:t>
            </a:r>
          </a:p>
          <a:p>
            <a:pPr lvl="1"/>
            <a:r>
              <a:rPr lang="en-US" dirty="0"/>
              <a:t>Video information</a:t>
            </a:r>
          </a:p>
        </p:txBody>
      </p:sp>
      <p:sp>
        <p:nvSpPr>
          <p:cNvPr id="3" name="標題 2">
            <a:extLst>
              <a:ext uri="{FF2B5EF4-FFF2-40B4-BE49-F238E27FC236}">
                <a16:creationId xmlns:a16="http://schemas.microsoft.com/office/drawing/2014/main" id="{AA9A3864-9ED2-95D6-28AD-1496AEF9D239}"/>
              </a:ext>
            </a:extLst>
          </p:cNvPr>
          <p:cNvSpPr>
            <a:spLocks noGrp="1"/>
          </p:cNvSpPr>
          <p:nvPr>
            <p:ph type="title"/>
          </p:nvPr>
        </p:nvSpPr>
        <p:spPr/>
        <p:txBody>
          <a:bodyPr/>
          <a:lstStyle/>
          <a:p>
            <a:r>
              <a:rPr lang="en-US" altLang="zh-TW" dirty="0"/>
              <a:t>Initial final project directory</a:t>
            </a:r>
            <a:endParaRPr lang="en-US" dirty="0"/>
          </a:p>
        </p:txBody>
      </p:sp>
      <p:pic>
        <p:nvPicPr>
          <p:cNvPr id="7" name="圖片 6">
            <a:extLst>
              <a:ext uri="{FF2B5EF4-FFF2-40B4-BE49-F238E27FC236}">
                <a16:creationId xmlns:a16="http://schemas.microsoft.com/office/drawing/2014/main" id="{4A1A4CD6-897E-FAF1-9DD0-5A85816602C1}"/>
              </a:ext>
            </a:extLst>
          </p:cNvPr>
          <p:cNvPicPr>
            <a:picLocks noChangeAspect="1"/>
          </p:cNvPicPr>
          <p:nvPr/>
        </p:nvPicPr>
        <p:blipFill>
          <a:blip r:embed="rId3"/>
          <a:stretch>
            <a:fillRect/>
          </a:stretch>
        </p:blipFill>
        <p:spPr>
          <a:xfrm>
            <a:off x="5166912" y="2498139"/>
            <a:ext cx="6448501" cy="3120822"/>
          </a:xfrm>
          <a:prstGeom prst="rect">
            <a:avLst/>
          </a:prstGeom>
        </p:spPr>
      </p:pic>
    </p:spTree>
    <p:extLst>
      <p:ext uri="{BB962C8B-B14F-4D97-AF65-F5344CB8AC3E}">
        <p14:creationId xmlns:p14="http://schemas.microsoft.com/office/powerpoint/2010/main" val="2328038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337F71E1-D84D-5022-22BF-E193A0AAAC56}"/>
              </a:ext>
            </a:extLst>
          </p:cNvPr>
          <p:cNvSpPr>
            <a:spLocks noGrp="1"/>
          </p:cNvSpPr>
          <p:nvPr>
            <p:ph type="body" sz="quarter" idx="10"/>
          </p:nvPr>
        </p:nvSpPr>
        <p:spPr/>
        <p:txBody>
          <a:bodyPr>
            <a:normAutofit fontScale="92500" lnSpcReduction="20000"/>
          </a:bodyPr>
          <a:lstStyle/>
          <a:p>
            <a:r>
              <a:rPr lang="en-US" dirty="0"/>
              <a:t>Make sure you get storage space ~300GB and make sure “</a:t>
            </a:r>
            <a:r>
              <a:rPr lang="en-US" dirty="0" err="1"/>
              <a:t>ffmpeg</a:t>
            </a:r>
            <a:r>
              <a:rPr lang="en-US" dirty="0"/>
              <a:t>” is installed (“</a:t>
            </a:r>
            <a:r>
              <a:rPr lang="en-US" dirty="0" err="1"/>
              <a:t>ffmpeg</a:t>
            </a:r>
            <a:r>
              <a:rPr lang="en-US" dirty="0"/>
              <a:t>” command available in terminal)</a:t>
            </a:r>
          </a:p>
          <a:p>
            <a:r>
              <a:rPr lang="en-US" altLang="zh-TW" dirty="0"/>
              <a:t>Make sure there are 3 empty directories: “base/enhance/upscaled”</a:t>
            </a:r>
            <a:endParaRPr lang="en-US" dirty="0"/>
          </a:p>
          <a:p>
            <a:endParaRPr lang="en-US" dirty="0"/>
          </a:p>
          <a:p>
            <a:endParaRPr lang="en-US" dirty="0"/>
          </a:p>
          <a:p>
            <a:endParaRPr lang="en-US" dirty="0"/>
          </a:p>
          <a:p>
            <a:pPr marL="0" indent="0">
              <a:buNone/>
            </a:pPr>
            <a:endParaRPr lang="en-US" dirty="0"/>
          </a:p>
          <a:p>
            <a:r>
              <a:rPr lang="en-US" dirty="0"/>
              <a:t>@Ubuntu (&gt;=20.04), go to “bitstream/</a:t>
            </a:r>
            <a:r>
              <a:rPr lang="en-US" dirty="0" err="1"/>
              <a:t>videoBin</a:t>
            </a:r>
            <a:r>
              <a:rPr lang="en-US" dirty="0"/>
              <a:t>”, run two scripts:</a:t>
            </a:r>
          </a:p>
          <a:p>
            <a:pPr lvl="1"/>
            <a:r>
              <a:rPr lang="en-US" dirty="0"/>
              <a:t>doDec.sh</a:t>
            </a:r>
            <a:r>
              <a:rPr lang="zh-TW" altLang="en-US" dirty="0"/>
              <a:t>  → </a:t>
            </a:r>
            <a:r>
              <a:rPr lang="en-US" altLang="zh-TW" dirty="0"/>
              <a:t>get video in “base/enhance”</a:t>
            </a:r>
            <a:endParaRPr lang="en-US" dirty="0"/>
          </a:p>
          <a:p>
            <a:pPr lvl="1"/>
            <a:r>
              <a:rPr lang="en-US" dirty="0"/>
              <a:t>doDec_upscale.sh </a:t>
            </a:r>
            <a:r>
              <a:rPr lang="zh-TW" altLang="en-US" dirty="0"/>
              <a:t>→ </a:t>
            </a:r>
            <a:r>
              <a:rPr lang="en-US" altLang="zh-TW" dirty="0"/>
              <a:t>get video in </a:t>
            </a:r>
            <a:br>
              <a:rPr lang="en-US" altLang="zh-TW" dirty="0"/>
            </a:br>
            <a:r>
              <a:rPr lang="en-US" altLang="zh-TW" dirty="0"/>
              <a:t>“upscaled”</a:t>
            </a:r>
            <a:endParaRPr lang="en-US" dirty="0"/>
          </a:p>
          <a:p>
            <a:pPr lvl="1"/>
            <a:endParaRPr lang="en-US" dirty="0"/>
          </a:p>
        </p:txBody>
      </p:sp>
      <p:sp>
        <p:nvSpPr>
          <p:cNvPr id="3" name="標題 2">
            <a:extLst>
              <a:ext uri="{FF2B5EF4-FFF2-40B4-BE49-F238E27FC236}">
                <a16:creationId xmlns:a16="http://schemas.microsoft.com/office/drawing/2014/main" id="{41083F8B-4E39-1B8D-0957-C51B4E196C3D}"/>
              </a:ext>
            </a:extLst>
          </p:cNvPr>
          <p:cNvSpPr>
            <a:spLocks noGrp="1"/>
          </p:cNvSpPr>
          <p:nvPr>
            <p:ph type="title"/>
          </p:nvPr>
        </p:nvSpPr>
        <p:spPr/>
        <p:txBody>
          <a:bodyPr/>
          <a:lstStyle/>
          <a:p>
            <a:r>
              <a:rPr lang="en-US" dirty="0"/>
              <a:t>Decompress the bitstreams to get videos</a:t>
            </a:r>
          </a:p>
        </p:txBody>
      </p:sp>
      <p:pic>
        <p:nvPicPr>
          <p:cNvPr id="5" name="圖片 4">
            <a:extLst>
              <a:ext uri="{FF2B5EF4-FFF2-40B4-BE49-F238E27FC236}">
                <a16:creationId xmlns:a16="http://schemas.microsoft.com/office/drawing/2014/main" id="{F4F1C57A-654A-11A8-9423-0841AACCD766}"/>
              </a:ext>
            </a:extLst>
          </p:cNvPr>
          <p:cNvPicPr>
            <a:picLocks noChangeAspect="1"/>
          </p:cNvPicPr>
          <p:nvPr/>
        </p:nvPicPr>
        <p:blipFill>
          <a:blip r:embed="rId2"/>
          <a:stretch>
            <a:fillRect/>
          </a:stretch>
        </p:blipFill>
        <p:spPr>
          <a:xfrm>
            <a:off x="3113411" y="2506995"/>
            <a:ext cx="5094155" cy="1844010"/>
          </a:xfrm>
          <a:prstGeom prst="rect">
            <a:avLst/>
          </a:prstGeom>
        </p:spPr>
      </p:pic>
      <p:pic>
        <p:nvPicPr>
          <p:cNvPr id="7" name="圖片 6">
            <a:extLst>
              <a:ext uri="{FF2B5EF4-FFF2-40B4-BE49-F238E27FC236}">
                <a16:creationId xmlns:a16="http://schemas.microsoft.com/office/drawing/2014/main" id="{130FB796-9DFC-10C0-82DE-629580A475CD}"/>
              </a:ext>
            </a:extLst>
          </p:cNvPr>
          <p:cNvPicPr>
            <a:picLocks noChangeAspect="1"/>
          </p:cNvPicPr>
          <p:nvPr/>
        </p:nvPicPr>
        <p:blipFill>
          <a:blip r:embed="rId3"/>
          <a:stretch>
            <a:fillRect/>
          </a:stretch>
        </p:blipFill>
        <p:spPr>
          <a:xfrm>
            <a:off x="6462395" y="4999321"/>
            <a:ext cx="5430008" cy="1438476"/>
          </a:xfrm>
          <a:prstGeom prst="rect">
            <a:avLst/>
          </a:prstGeom>
        </p:spPr>
      </p:pic>
    </p:spTree>
    <p:extLst>
      <p:ext uri="{BB962C8B-B14F-4D97-AF65-F5344CB8AC3E}">
        <p14:creationId xmlns:p14="http://schemas.microsoft.com/office/powerpoint/2010/main" val="206010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1CBBB016-9F5F-3794-2E97-651EFA11604B}"/>
              </a:ext>
            </a:extLst>
          </p:cNvPr>
          <p:cNvSpPr>
            <a:spLocks noGrp="1"/>
          </p:cNvSpPr>
          <p:nvPr>
            <p:ph type="body" sz="quarter" idx="10"/>
          </p:nvPr>
        </p:nvSpPr>
        <p:spPr/>
        <p:txBody>
          <a:bodyPr/>
          <a:lstStyle/>
          <a:p>
            <a:endParaRPr lang="en-US"/>
          </a:p>
        </p:txBody>
      </p:sp>
      <p:sp>
        <p:nvSpPr>
          <p:cNvPr id="3" name="標題 2">
            <a:extLst>
              <a:ext uri="{FF2B5EF4-FFF2-40B4-BE49-F238E27FC236}">
                <a16:creationId xmlns:a16="http://schemas.microsoft.com/office/drawing/2014/main" id="{DEC0661B-A3F3-C4B7-7F6F-0346DC8B64F2}"/>
              </a:ext>
            </a:extLst>
          </p:cNvPr>
          <p:cNvSpPr>
            <a:spLocks noGrp="1"/>
          </p:cNvSpPr>
          <p:nvPr>
            <p:ph type="title"/>
          </p:nvPr>
        </p:nvSpPr>
        <p:spPr/>
        <p:txBody>
          <a:bodyPr/>
          <a:lstStyle/>
          <a:p>
            <a:r>
              <a:rPr lang="en-US" dirty="0"/>
              <a:t>Video decoding in progress</a:t>
            </a:r>
          </a:p>
        </p:txBody>
      </p:sp>
      <p:pic>
        <p:nvPicPr>
          <p:cNvPr id="5" name="圖片 4" descr="一張含有 文字, 螢幕擷取畫面, 陳列, 多媒體軟體 的圖片&#10;&#10;AI 產生的內容可能不正確。">
            <a:extLst>
              <a:ext uri="{FF2B5EF4-FFF2-40B4-BE49-F238E27FC236}">
                <a16:creationId xmlns:a16="http://schemas.microsoft.com/office/drawing/2014/main" id="{CC58E20C-CD5D-FDB5-65AF-08C7B58DC2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732" y="1054507"/>
            <a:ext cx="10146535" cy="5448404"/>
          </a:xfrm>
          <a:prstGeom prst="rect">
            <a:avLst/>
          </a:prstGeom>
        </p:spPr>
      </p:pic>
    </p:spTree>
    <p:extLst>
      <p:ext uri="{BB962C8B-B14F-4D97-AF65-F5344CB8AC3E}">
        <p14:creationId xmlns:p14="http://schemas.microsoft.com/office/powerpoint/2010/main" val="1988937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1DB481BA-30DD-5958-748B-1B66555408AE}"/>
              </a:ext>
            </a:extLst>
          </p:cNvPr>
          <p:cNvSpPr>
            <a:spLocks noGrp="1"/>
          </p:cNvSpPr>
          <p:nvPr>
            <p:ph type="body" sz="quarter" idx="10"/>
          </p:nvPr>
        </p:nvSpPr>
        <p:spPr/>
        <p:txBody>
          <a:bodyPr/>
          <a:lstStyle/>
          <a:p>
            <a:r>
              <a:rPr lang="en-US" dirty="0"/>
              <a:t>Go to “</a:t>
            </a:r>
            <a:r>
              <a:rPr lang="en-US" dirty="0" err="1"/>
              <a:t>scriptTest</a:t>
            </a:r>
            <a:r>
              <a:rPr lang="en-US" dirty="0"/>
              <a:t>”, there are 4 scripts for each video</a:t>
            </a:r>
          </a:p>
          <a:p>
            <a:pPr lvl="1"/>
            <a:r>
              <a:rPr lang="en-US" dirty="0"/>
              <a:t>testOddFrameProcession.py, testOddFrameAMS05.py, testOddFrameZombie.py, testOddFrameWalkInPark.py</a:t>
            </a:r>
          </a:p>
          <a:p>
            <a:pPr lvl="1"/>
            <a:r>
              <a:rPr lang="en-US" dirty="0"/>
              <a:t>For example, run “python testOddFrameZombie.py” to get the BD-rate</a:t>
            </a:r>
          </a:p>
          <a:p>
            <a:pPr lvl="2"/>
            <a:r>
              <a:rPr lang="en-US" dirty="0"/>
              <a:t>BD-rate = 0.000% means no improvement comparing to just upscaling the video (as the videos in “upscaled”)</a:t>
            </a:r>
          </a:p>
          <a:p>
            <a:pPr lvl="2"/>
            <a:r>
              <a:rPr lang="en-US" dirty="0"/>
              <a:t>More negative value of BD-rate means better performance (check last line</a:t>
            </a:r>
            <a:r>
              <a:rPr lang="zh-TW" altLang="en-US" dirty="0"/>
              <a:t> </a:t>
            </a:r>
            <a:r>
              <a:rPr lang="en-US" altLang="zh-TW" dirty="0"/>
              <a:t>of output</a:t>
            </a:r>
            <a:r>
              <a:rPr lang="en-US" dirty="0"/>
              <a:t> to get BD-rate</a:t>
            </a:r>
            <a:r>
              <a:rPr lang="en-US" altLang="zh-TW" dirty="0"/>
              <a:t>)</a:t>
            </a:r>
            <a:endParaRPr lang="en-US" dirty="0"/>
          </a:p>
          <a:p>
            <a:pPr lvl="1"/>
            <a:endParaRPr lang="en-US" dirty="0"/>
          </a:p>
        </p:txBody>
      </p:sp>
      <p:sp>
        <p:nvSpPr>
          <p:cNvPr id="3" name="標題 2">
            <a:extLst>
              <a:ext uri="{FF2B5EF4-FFF2-40B4-BE49-F238E27FC236}">
                <a16:creationId xmlns:a16="http://schemas.microsoft.com/office/drawing/2014/main" id="{1890789D-F92A-AFEC-7E7D-6FDD0D9BE00F}"/>
              </a:ext>
            </a:extLst>
          </p:cNvPr>
          <p:cNvSpPr>
            <a:spLocks noGrp="1"/>
          </p:cNvSpPr>
          <p:nvPr>
            <p:ph type="title"/>
          </p:nvPr>
        </p:nvSpPr>
        <p:spPr/>
        <p:txBody>
          <a:bodyPr/>
          <a:lstStyle/>
          <a:p>
            <a:r>
              <a:rPr lang="en-US" altLang="zh-TW" dirty="0"/>
              <a:t>Measuring your performance</a:t>
            </a:r>
            <a:endParaRPr lang="en-US" dirty="0"/>
          </a:p>
        </p:txBody>
      </p:sp>
      <p:pic>
        <p:nvPicPr>
          <p:cNvPr id="5" name="圖片 4">
            <a:extLst>
              <a:ext uri="{FF2B5EF4-FFF2-40B4-BE49-F238E27FC236}">
                <a16:creationId xmlns:a16="http://schemas.microsoft.com/office/drawing/2014/main" id="{51DE4472-5E37-4255-2106-31FC6D253D13}"/>
              </a:ext>
            </a:extLst>
          </p:cNvPr>
          <p:cNvPicPr>
            <a:picLocks noChangeAspect="1"/>
          </p:cNvPicPr>
          <p:nvPr/>
        </p:nvPicPr>
        <p:blipFill>
          <a:blip r:embed="rId2"/>
          <a:stretch>
            <a:fillRect/>
          </a:stretch>
        </p:blipFill>
        <p:spPr>
          <a:xfrm>
            <a:off x="2094941" y="3804967"/>
            <a:ext cx="8002117" cy="2591162"/>
          </a:xfrm>
          <a:prstGeom prst="rect">
            <a:avLst/>
          </a:prstGeom>
        </p:spPr>
      </p:pic>
    </p:spTree>
    <p:extLst>
      <p:ext uri="{BB962C8B-B14F-4D97-AF65-F5344CB8AC3E}">
        <p14:creationId xmlns:p14="http://schemas.microsoft.com/office/powerpoint/2010/main" val="1713756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571EF6F5-55A3-465D-1448-19172DBABEDA}"/>
              </a:ext>
            </a:extLst>
          </p:cNvPr>
          <p:cNvSpPr>
            <a:spLocks noGrp="1"/>
          </p:cNvSpPr>
          <p:nvPr>
            <p:ph type="body" sz="quarter" idx="10"/>
          </p:nvPr>
        </p:nvSpPr>
        <p:spPr/>
        <p:txBody>
          <a:bodyPr/>
          <a:lstStyle/>
          <a:p>
            <a:r>
              <a:rPr lang="en-US" dirty="0"/>
              <a:t>Put your 4 files of odd frames of 4K resolution from high quality to low quality to be the list (“</a:t>
            </a:r>
            <a:r>
              <a:rPr lang="en-US" dirty="0" err="1"/>
              <a:t>yuvFileListAfter</a:t>
            </a:r>
            <a:r>
              <a:rPr lang="en-US" dirty="0"/>
              <a:t>”) in line 8 as the figure below and run the script to get BD-rate</a:t>
            </a:r>
          </a:p>
          <a:p>
            <a:r>
              <a:rPr lang="en-US" dirty="0"/>
              <a:t>Current exemplary video files in “</a:t>
            </a:r>
            <a:r>
              <a:rPr lang="en-US" dirty="0" err="1"/>
              <a:t>yuvFileListAfter</a:t>
            </a:r>
            <a:r>
              <a:rPr lang="en-US" altLang="zh-TW" dirty="0"/>
              <a:t>”</a:t>
            </a:r>
            <a:r>
              <a:rPr lang="en-US" dirty="0"/>
              <a:t> are from “upscaled” where videos are upscaled by simple FIR filter</a:t>
            </a:r>
          </a:p>
          <a:p>
            <a:pPr lvl="1"/>
            <a:r>
              <a:rPr lang="en-US" dirty="0"/>
              <a:t>Upscaled videos are served as baseline videos therefore the BD-rate is 0.000%</a:t>
            </a:r>
          </a:p>
        </p:txBody>
      </p:sp>
      <p:sp>
        <p:nvSpPr>
          <p:cNvPr id="3" name="標題 2">
            <a:extLst>
              <a:ext uri="{FF2B5EF4-FFF2-40B4-BE49-F238E27FC236}">
                <a16:creationId xmlns:a16="http://schemas.microsoft.com/office/drawing/2014/main" id="{C21DBFED-0C71-8811-BBC9-C00E130C09CD}"/>
              </a:ext>
            </a:extLst>
          </p:cNvPr>
          <p:cNvSpPr>
            <a:spLocks noGrp="1"/>
          </p:cNvSpPr>
          <p:nvPr>
            <p:ph type="title"/>
          </p:nvPr>
        </p:nvSpPr>
        <p:spPr/>
        <p:txBody>
          <a:bodyPr/>
          <a:lstStyle/>
          <a:p>
            <a:r>
              <a:rPr lang="en-US" dirty="0"/>
              <a:t>Put your own video files</a:t>
            </a:r>
          </a:p>
        </p:txBody>
      </p:sp>
      <p:pic>
        <p:nvPicPr>
          <p:cNvPr id="5" name="圖片 4">
            <a:extLst>
              <a:ext uri="{FF2B5EF4-FFF2-40B4-BE49-F238E27FC236}">
                <a16:creationId xmlns:a16="http://schemas.microsoft.com/office/drawing/2014/main" id="{8FBD8C6A-9D66-E213-B638-A8CD7FA13D58}"/>
              </a:ext>
            </a:extLst>
          </p:cNvPr>
          <p:cNvPicPr>
            <a:picLocks noChangeAspect="1"/>
          </p:cNvPicPr>
          <p:nvPr/>
        </p:nvPicPr>
        <p:blipFill>
          <a:blip r:embed="rId2"/>
          <a:stretch>
            <a:fillRect/>
          </a:stretch>
        </p:blipFill>
        <p:spPr>
          <a:xfrm>
            <a:off x="1647759" y="4047819"/>
            <a:ext cx="8526065" cy="2419688"/>
          </a:xfrm>
          <a:prstGeom prst="rect">
            <a:avLst/>
          </a:prstGeom>
        </p:spPr>
      </p:pic>
    </p:spTree>
    <p:extLst>
      <p:ext uri="{BB962C8B-B14F-4D97-AF65-F5344CB8AC3E}">
        <p14:creationId xmlns:p14="http://schemas.microsoft.com/office/powerpoint/2010/main" val="172443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D015F215-0BDB-EACD-1456-6BA648C7C13F}"/>
              </a:ext>
            </a:extLst>
          </p:cNvPr>
          <p:cNvSpPr>
            <a:spLocks noGrp="1"/>
          </p:cNvSpPr>
          <p:nvPr>
            <p:ph type="body" sz="quarter" idx="10"/>
          </p:nvPr>
        </p:nvSpPr>
        <p:spPr/>
        <p:txBody>
          <a:bodyPr>
            <a:normAutofit fontScale="85000" lnSpcReduction="20000"/>
          </a:bodyPr>
          <a:lstStyle/>
          <a:p>
            <a:r>
              <a:rPr lang="en-US" dirty="0"/>
              <a:t>Best BD-rate is evaluated by the decoded odd frames of 4K resolution (EL)</a:t>
            </a:r>
          </a:p>
          <a:p>
            <a:endParaRPr lang="en-US" dirty="0"/>
          </a:p>
          <a:p>
            <a:endParaRPr lang="en-US" dirty="0"/>
          </a:p>
          <a:p>
            <a:endParaRPr lang="en-US" dirty="0"/>
          </a:p>
          <a:p>
            <a:endParaRPr lang="en-US" dirty="0"/>
          </a:p>
          <a:p>
            <a:endParaRPr lang="en-US" dirty="0"/>
          </a:p>
          <a:p>
            <a:r>
              <a:rPr lang="en-US" dirty="0"/>
              <a:t>You should only use</a:t>
            </a:r>
            <a:r>
              <a:rPr lang="zh-TW" altLang="en-US" dirty="0"/>
              <a:t> </a:t>
            </a:r>
            <a:r>
              <a:rPr lang="en-US" altLang="zh-TW" dirty="0"/>
              <a:t>[1][2] as input</a:t>
            </a:r>
            <a:endParaRPr lang="en-US" dirty="0"/>
          </a:p>
          <a:p>
            <a:pPr lvl="1"/>
            <a:r>
              <a:rPr lang="en-US" dirty="0"/>
              <a:t>[1] Videos in </a:t>
            </a:r>
            <a:r>
              <a:rPr lang="en-US" dirty="0">
                <a:highlight>
                  <a:srgbClr val="FFFF00"/>
                </a:highlight>
              </a:rPr>
              <a:t>“base”</a:t>
            </a:r>
            <a:r>
              <a:rPr lang="en-US" dirty="0"/>
              <a:t>, BL, odd frames of </a:t>
            </a:r>
            <a:r>
              <a:rPr lang="en-US" altLang="zh-TW" dirty="0"/>
              <a:t>FHD (</a:t>
            </a:r>
            <a:r>
              <a:rPr lang="en-US" dirty="0"/>
              <a:t>1080p</a:t>
            </a:r>
            <a:r>
              <a:rPr lang="en-US" altLang="zh-TW" dirty="0"/>
              <a:t>)</a:t>
            </a:r>
            <a:endParaRPr lang="en-US" dirty="0"/>
          </a:p>
          <a:p>
            <a:pPr lvl="1"/>
            <a:r>
              <a:rPr lang="en-US" dirty="0"/>
              <a:t>[2] Video in </a:t>
            </a:r>
            <a:r>
              <a:rPr lang="en-US" dirty="0">
                <a:highlight>
                  <a:srgbClr val="FFFF00"/>
                </a:highlight>
              </a:rPr>
              <a:t>“enhance”</a:t>
            </a:r>
            <a:r>
              <a:rPr lang="en-US" dirty="0"/>
              <a:t>, EL, even frames of 4K</a:t>
            </a:r>
          </a:p>
          <a:p>
            <a:pPr lvl="1"/>
            <a:r>
              <a:rPr lang="en-US" dirty="0"/>
              <a:t>To generate odd frames of 4K resolution</a:t>
            </a:r>
          </a:p>
          <a:p>
            <a:r>
              <a:rPr lang="en-US" dirty="0"/>
              <a:t>Wish you a negative BD-rate! May the force be with you! </a:t>
            </a:r>
          </a:p>
          <a:p>
            <a:endParaRPr lang="en-US" dirty="0"/>
          </a:p>
        </p:txBody>
      </p:sp>
      <p:sp>
        <p:nvSpPr>
          <p:cNvPr id="3" name="標題 2">
            <a:extLst>
              <a:ext uri="{FF2B5EF4-FFF2-40B4-BE49-F238E27FC236}">
                <a16:creationId xmlns:a16="http://schemas.microsoft.com/office/drawing/2014/main" id="{DA5E07BF-F6EB-46A7-73AA-42BFF25F1403}"/>
              </a:ext>
            </a:extLst>
          </p:cNvPr>
          <p:cNvSpPr>
            <a:spLocks noGrp="1"/>
          </p:cNvSpPr>
          <p:nvPr>
            <p:ph type="title"/>
          </p:nvPr>
        </p:nvSpPr>
        <p:spPr/>
        <p:txBody>
          <a:bodyPr/>
          <a:lstStyle/>
          <a:p>
            <a:r>
              <a:rPr lang="en-US" dirty="0"/>
              <a:t>Best BD-rate you can get! Theoretically~~</a:t>
            </a:r>
          </a:p>
        </p:txBody>
      </p:sp>
      <p:pic>
        <p:nvPicPr>
          <p:cNvPr id="5" name="圖片 4" descr="一張含有 文字, 軟體, 多媒體, 網頁 的圖片&#10;&#10;AI 產生的內容可能不正確。">
            <a:extLst>
              <a:ext uri="{FF2B5EF4-FFF2-40B4-BE49-F238E27FC236}">
                <a16:creationId xmlns:a16="http://schemas.microsoft.com/office/drawing/2014/main" id="{8E6BC781-AA2D-1787-F5C9-D345E0AF3E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1638" y="1631280"/>
            <a:ext cx="7108724" cy="2475929"/>
          </a:xfrm>
          <a:prstGeom prst="rect">
            <a:avLst/>
          </a:prstGeom>
        </p:spPr>
      </p:pic>
      <p:pic>
        <p:nvPicPr>
          <p:cNvPr id="9" name="圖片 8">
            <a:extLst>
              <a:ext uri="{FF2B5EF4-FFF2-40B4-BE49-F238E27FC236}">
                <a16:creationId xmlns:a16="http://schemas.microsoft.com/office/drawing/2014/main" id="{984CF1C5-8E1C-E913-B2D7-12B81A29D907}"/>
              </a:ext>
            </a:extLst>
          </p:cNvPr>
          <p:cNvPicPr>
            <a:picLocks noChangeAspect="1"/>
          </p:cNvPicPr>
          <p:nvPr/>
        </p:nvPicPr>
        <p:blipFill>
          <a:blip r:embed="rId3"/>
          <a:stretch>
            <a:fillRect/>
          </a:stretch>
        </p:blipFill>
        <p:spPr>
          <a:xfrm>
            <a:off x="8256270" y="4361704"/>
            <a:ext cx="3503930" cy="2044452"/>
          </a:xfrm>
          <a:prstGeom prst="rect">
            <a:avLst/>
          </a:prstGeom>
        </p:spPr>
      </p:pic>
    </p:spTree>
    <p:extLst>
      <p:ext uri="{BB962C8B-B14F-4D97-AF65-F5344CB8AC3E}">
        <p14:creationId xmlns:p14="http://schemas.microsoft.com/office/powerpoint/2010/main" val="2488081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MediaTek">
  <a:themeElements>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fontScheme name="Mediatek_Calibri">
      <a:majorFont>
        <a:latin typeface="Calibri"/>
        <a:ea typeface="Microsoft YaHei"/>
        <a:cs typeface=""/>
      </a:majorFont>
      <a:minorFont>
        <a:latin typeface="Calibri"/>
        <a:ea typeface="Microsoft YaHei"/>
        <a:cs typeface=""/>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wrap="none" lIns="0" tIns="0" rIns="0" bIns="0">
        <a:noAutofit/>
      </a:bodyPr>
      <a:lstStyle>
        <a:defPPr>
          <a:defRPr dirty="0" smtClean="0"/>
        </a:defPPr>
      </a:lstStyle>
    </a:txDef>
  </a:objectDefaults>
  <a:extraClrSchemeLst/>
  <a:extLst>
    <a:ext uri="{05A4C25C-085E-4340-85A3-A5531E510DB2}">
      <thm15:themeFamily xmlns:thm15="http://schemas.microsoft.com/office/thememl/2012/main" name="MediaTek_PowerPoint_Template_AIP 1.pptx" id="{1E1A5CE0-8F31-4E22-8366-16E7FAF6B689}" vid="{559B6F05-FB5A-4AD7-931C-BE6159004698}"/>
    </a:ext>
  </a:extLst>
</a:theme>
</file>

<file path=ppt/theme/theme2.xml><?xml version="1.0" encoding="utf-8"?>
<a:theme xmlns:a="http://schemas.openxmlformats.org/drawingml/2006/main" name="2_MediaTek">
  <a:themeElements>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fontScheme name="Mediatek_Calibri">
      <a:majorFont>
        <a:latin typeface="Calibri"/>
        <a:ea typeface="Microsoft YaHei"/>
        <a:cs typeface=""/>
      </a:majorFont>
      <a:minorFont>
        <a:latin typeface="Calibri"/>
        <a:ea typeface="Microsoft YaHei"/>
        <a:cs typeface=""/>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wrap="none" lIns="0" tIns="0" rIns="0" bIns="0">
        <a:noAutofit/>
      </a:bodyPr>
      <a:lstStyle>
        <a:defPPr>
          <a:defRPr dirty="0" smtClean="0"/>
        </a:defPPr>
      </a:lstStyle>
    </a:txDef>
  </a:objectDefaults>
  <a:extraClrSchemeLst/>
  <a:extLst>
    <a:ext uri="{05A4C25C-085E-4340-85A3-A5531E510DB2}">
      <thm15:themeFamily xmlns:thm15="http://schemas.microsoft.com/office/thememl/2012/main" name="MediaTek_PowerPoint_Template_AIP 1.pptx" id="{1E1A5CE0-8F31-4E22-8366-16E7FAF6B689}" vid="{559B6F05-FB5A-4AD7-931C-BE6159004698}"/>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themeOverride>
</file>

<file path=ppt/theme/themeOverride2.xml><?xml version="1.0" encoding="utf-8"?>
<a:themeOverride xmlns:a="http://schemas.openxmlformats.org/drawingml/2006/main">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themeOverride>
</file>

<file path=ppt/theme/themeOverride3.xml><?xml version="1.0" encoding="utf-8"?>
<a:themeOverride xmlns:a="http://schemas.openxmlformats.org/drawingml/2006/main">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themeOverride>
</file>

<file path=ppt/theme/themeOverride4.xml><?xml version="1.0" encoding="utf-8"?>
<a:themeOverride xmlns:a="http://schemas.openxmlformats.org/drawingml/2006/main">
  <a:clrScheme name="Mediatek_color">
    <a:dk1>
      <a:srgbClr val="353630"/>
    </a:dk1>
    <a:lt1>
      <a:sysClr val="window" lastClr="FFFFFF"/>
    </a:lt1>
    <a:dk2>
      <a:srgbClr val="9FA4A6"/>
    </a:dk2>
    <a:lt2>
      <a:srgbClr val="FE9B1E"/>
    </a:lt2>
    <a:accent1>
      <a:srgbClr val="FFCA05"/>
    </a:accent1>
    <a:accent2>
      <a:srgbClr val="69BE28"/>
    </a:accent2>
    <a:accent3>
      <a:srgbClr val="00A1DE"/>
    </a:accent3>
    <a:accent4>
      <a:srgbClr val="FF1E3C"/>
    </a:accent4>
    <a:accent5>
      <a:srgbClr val="036639"/>
    </a:accent5>
    <a:accent6>
      <a:srgbClr val="1717A3"/>
    </a:accent6>
    <a:hlink>
      <a:srgbClr val="00A1DE"/>
    </a:hlink>
    <a:folHlink>
      <a:srgbClr val="4472C4"/>
    </a:folHlink>
  </a:clrScheme>
</a:themeOverride>
</file>

<file path=docMetadata/LabelInfo.xml><?xml version="1.0" encoding="utf-8"?>
<clbl:labelList xmlns:clbl="http://schemas.microsoft.com/office/2020/mipLabelMetadata">
  <clbl:label id="{fded6205-6656-4f4d-b9c0-42e8e45d18d2}" enabled="1" method="Privileged" siteId="{a7687ede-7a6b-4ef6-bace-642f677fbe31}" contentBits="0" removed="0"/>
</clbl:labelList>
</file>

<file path=docProps/app.xml><?xml version="1.0" encoding="utf-8"?>
<Properties xmlns="http://schemas.openxmlformats.org/officeDocument/2006/extended-properties" xmlns:vt="http://schemas.openxmlformats.org/officeDocument/2006/docPropsVTypes">
  <Template>MediaTek_Template</Template>
  <TotalTime>2473</TotalTime>
  <Words>1272</Words>
  <Application>Microsoft Office PowerPoint</Application>
  <PresentationFormat>寬螢幕</PresentationFormat>
  <Paragraphs>178</Paragraphs>
  <Slides>19</Slides>
  <Notes>2</Notes>
  <HiddenSlides>0</HiddenSlides>
  <MMClips>0</MMClips>
  <ScaleCrop>false</ScaleCrop>
  <HeadingPairs>
    <vt:vector size="6" baseType="variant">
      <vt:variant>
        <vt:lpstr>使用字型</vt:lpstr>
      </vt:variant>
      <vt:variant>
        <vt:i4>7</vt:i4>
      </vt:variant>
      <vt:variant>
        <vt:lpstr>佈景主題</vt:lpstr>
      </vt:variant>
      <vt:variant>
        <vt:i4>2</vt:i4>
      </vt:variant>
      <vt:variant>
        <vt:lpstr>投影片標題</vt:lpstr>
      </vt:variant>
      <vt:variant>
        <vt:i4>19</vt:i4>
      </vt:variant>
    </vt:vector>
  </HeadingPairs>
  <TitlesOfParts>
    <vt:vector size="28" baseType="lpstr">
      <vt:lpstr>Microsoft YaHei</vt:lpstr>
      <vt:lpstr>Riona Sans Regular</vt:lpstr>
      <vt:lpstr>Arial</vt:lpstr>
      <vt:lpstr>Calibri</vt:lpstr>
      <vt:lpstr>Calibri Light</vt:lpstr>
      <vt:lpstr>Cambria Math</vt:lpstr>
      <vt:lpstr>Wingdings</vt:lpstr>
      <vt:lpstr>1_MediaTek</vt:lpstr>
      <vt:lpstr>2_MediaTek</vt:lpstr>
      <vt:lpstr>PowerPoint 簡報</vt:lpstr>
      <vt:lpstr>Frame Generation</vt:lpstr>
      <vt:lpstr>Project Goal</vt:lpstr>
      <vt:lpstr>Project Goal</vt:lpstr>
      <vt:lpstr>What You Need to Do</vt:lpstr>
      <vt:lpstr>What You Need to Do</vt:lpstr>
      <vt:lpstr>YUV420 Format</vt:lpstr>
      <vt:lpstr>What You Need to Do</vt:lpstr>
      <vt:lpstr>What You Need to Do</vt:lpstr>
      <vt:lpstr>Evaluation</vt:lpstr>
      <vt:lpstr>Evaluation - Score Criterion</vt:lpstr>
      <vt:lpstr>Evaluation Server</vt:lpstr>
      <vt:lpstr>Project Output</vt:lpstr>
      <vt:lpstr>Initial final project directory</vt:lpstr>
      <vt:lpstr>Decompress the bitstreams to get videos</vt:lpstr>
      <vt:lpstr>Video decoding in progress</vt:lpstr>
      <vt:lpstr>Measuring your performance</vt:lpstr>
      <vt:lpstr>Put your own video files</vt:lpstr>
      <vt:lpstr>Best BD-rate you can get! Theoretically~~</vt:lpstr>
    </vt:vector>
  </TitlesOfParts>
  <Company>MTK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Peter Chuang (莊子德)</dc:creator>
  <cp:lastModifiedBy>HH Chen (陳泓輝)</cp:lastModifiedBy>
  <cp:revision>203</cp:revision>
  <dcterms:created xsi:type="dcterms:W3CDTF">2024-05-01T13:33:16Z</dcterms:created>
  <dcterms:modified xsi:type="dcterms:W3CDTF">2026-05-06T08:03:57Z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bcef13-7cac-433f-ba1d-47a323951816_Enabled">
    <vt:lpwstr>true</vt:lpwstr>
  </property>
  <property fmtid="{D5CDD505-2E9C-101B-9397-08002B2CF9AE}" pid="3" name="MSIP_Label_83bcef13-7cac-433f-ba1d-47a323951816_SetDate">
    <vt:lpwstr>2024-05-01T13:34:27Z</vt:lpwstr>
  </property>
  <property fmtid="{D5CDD505-2E9C-101B-9397-08002B2CF9AE}" pid="4" name="MSIP_Label_83bcef13-7cac-433f-ba1d-47a323951816_Method">
    <vt:lpwstr>Privileged</vt:lpwstr>
  </property>
  <property fmtid="{D5CDD505-2E9C-101B-9397-08002B2CF9AE}" pid="5" name="MSIP_Label_83bcef13-7cac-433f-ba1d-47a323951816_Name">
    <vt:lpwstr>MTK_Unclassified</vt:lpwstr>
  </property>
  <property fmtid="{D5CDD505-2E9C-101B-9397-08002B2CF9AE}" pid="6" name="MSIP_Label_83bcef13-7cac-433f-ba1d-47a323951816_SiteId">
    <vt:lpwstr>a7687ede-7a6b-4ef6-bace-642f677fbe31</vt:lpwstr>
  </property>
  <property fmtid="{D5CDD505-2E9C-101B-9397-08002B2CF9AE}" pid="7" name="MSIP_Label_83bcef13-7cac-433f-ba1d-47a323951816_ActionId">
    <vt:lpwstr>756527ae-e8af-4069-a4d3-af596b0f278a</vt:lpwstr>
  </property>
  <property fmtid="{D5CDD505-2E9C-101B-9397-08002B2CF9AE}" pid="8" name="MSIP_Label_83bcef13-7cac-433f-ba1d-47a323951816_ContentBits">
    <vt:lpwstr>0</vt:lpwstr>
  </property>
</Properties>
</file>