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25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7D217B-FDBE-0B09-0921-204DEA4681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7440032-143A-91F0-3CF9-0CBC7E8505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A93D6EB-32BC-8B1A-074B-29876E518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85636-7CF5-4FCC-B61F-E9C1AE5D9BE7}" type="datetimeFigureOut">
              <a:rPr lang="zh-TW" altLang="en-US" smtClean="0"/>
              <a:t>2026/5/7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5889B13-54DC-521B-7422-1580EDAFD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CCFDF13-C4DB-DFEF-5DF0-A36FA06B3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07737-65BD-4347-AF3A-AC7EFE89EB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9238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112E03-A63F-4C91-36D1-51F2D10D6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F28D41A-A256-B50D-C8BE-97F59090F2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831EDE9-C45C-5EE5-F6AC-BDEE5673B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85636-7CF5-4FCC-B61F-E9C1AE5D9BE7}" type="datetimeFigureOut">
              <a:rPr lang="zh-TW" altLang="en-US" smtClean="0"/>
              <a:t>2026/5/7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8FD7087-3DBA-8DAC-9A3D-F4EE63B5A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432013D-7408-D622-5A2B-F172C5281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07737-65BD-4347-AF3A-AC7EFE89EB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6421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405845-4490-ED4C-AD15-310136416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43DB6AA-D2E2-36BD-FC76-30B87ED2A6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3EE7D9B-881B-39D9-6E5B-56E387EF5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85636-7CF5-4FCC-B61F-E9C1AE5D9BE7}" type="datetimeFigureOut">
              <a:rPr lang="zh-TW" altLang="en-US" smtClean="0"/>
              <a:t>2026/5/7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AFAD893-9A1E-58CA-0350-909AC999F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9AFCAA5-CD69-C9BF-7D30-B797258F6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07737-65BD-4347-AF3A-AC7EFE89EB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8111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086D50-F081-525C-D2EF-C338150BF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7785534-A763-6AFE-B987-C29C5DFFD5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FDE6195-FF94-5324-5F7B-9BA70FE03A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E76F957-3A61-8D77-F764-29DF60DBD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85636-7CF5-4FCC-B61F-E9C1AE5D9BE7}" type="datetimeFigureOut">
              <a:rPr lang="zh-TW" altLang="en-US" smtClean="0"/>
              <a:t>2026/5/7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1F3CC3A-784A-E7EE-0394-C2C947DD4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89E8149-F4DE-25CA-ED25-D7531B2CF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07737-65BD-4347-AF3A-AC7EFE89EB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4153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091085-FE39-FB82-C53A-CE9B880BD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E62EFB1-1447-B360-BBA0-DFAA5C0A5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CAA0014-233A-3E00-D0D7-0FF59B7808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4E8DF80-5C1E-3E4B-74FF-80CD84D239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35E1025-E89B-3158-5BC2-3BE52C2071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E4E4AFB-638F-516B-9632-D0A2FCD97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85636-7CF5-4FCC-B61F-E9C1AE5D9BE7}" type="datetimeFigureOut">
              <a:rPr lang="zh-TW" altLang="en-US" smtClean="0"/>
              <a:t>2026/5/7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E5C24CA-99F0-08EB-F3FD-2216DE810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D100338-AB27-4643-CAD4-BEEAE24F1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07737-65BD-4347-AF3A-AC7EFE89EB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3233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D39B1C-5E3C-29B1-FAC3-E4BC26735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C8CF413-94AF-28F6-FAC7-B1D69AB59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85636-7CF5-4FCC-B61F-E9C1AE5D9BE7}" type="datetimeFigureOut">
              <a:rPr lang="zh-TW" altLang="en-US" smtClean="0"/>
              <a:t>2026/5/7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9D03272-5BCF-7BD4-13A5-EE6296A99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15F80B2-EEBC-33A1-6DE8-CF924CCD3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07737-65BD-4347-AF3A-AC7EFE89EB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697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73AE2A0-341E-BB28-5B2B-4F0C62EEF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85636-7CF5-4FCC-B61F-E9C1AE5D9BE7}" type="datetimeFigureOut">
              <a:rPr lang="zh-TW" altLang="en-US" smtClean="0"/>
              <a:t>2026/5/7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7A55A15-BDB4-4DB6-03F3-DEC5C269A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55E1457-3B37-80EF-3EFE-A76508333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07737-65BD-4347-AF3A-AC7EFE89EB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3949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A1299D-6215-B212-BA38-E57E83782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796A657-8914-CB30-5EB3-185FF4349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B3051AE-96E0-EB68-6ED2-03E4E827CE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BF271EC-141C-C53F-E880-B25BCA0D6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85636-7CF5-4FCC-B61F-E9C1AE5D9BE7}" type="datetimeFigureOut">
              <a:rPr lang="zh-TW" altLang="en-US" smtClean="0"/>
              <a:t>2026/5/7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4C894B4-65BA-5259-AF66-AF813B6B2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D51A926-30DE-29ED-B3E9-BA1F67E44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07737-65BD-4347-AF3A-AC7EFE89EB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3289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BDE7EE-B54E-3B24-60B1-7BAAD1B5C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DD36B75-D46D-2529-8E4B-B62C418175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12DB0A6-D518-8F5C-1697-3D922E4EC2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756D70B-761F-35F2-8286-07D29E957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85636-7CF5-4FCC-B61F-E9C1AE5D9BE7}" type="datetimeFigureOut">
              <a:rPr lang="zh-TW" altLang="en-US" smtClean="0"/>
              <a:t>2026/5/7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D88CC25-3FF5-2BBC-0FBB-45F05A3B9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0DF705F-F44F-1F4A-9195-083A66765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07737-65BD-4347-AF3A-AC7EFE89EB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4875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E258CA-D515-FAAB-177E-15BB7F243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56C4FCE-C0B3-A6A0-E8BF-29886E6E87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E9D2571-A0E2-2235-F7AE-8F131739C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85636-7CF5-4FCC-B61F-E9C1AE5D9BE7}" type="datetimeFigureOut">
              <a:rPr lang="zh-TW" altLang="en-US" smtClean="0"/>
              <a:t>2026/5/7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C3AF0D6-AE3B-478B-90AC-17869BEA4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B2AE025-7CAD-7CD2-10A9-A0607BDA2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07737-65BD-4347-AF3A-AC7EFE89EB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821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931E568-D320-3532-515C-AC5E116D33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E1C35BE-32E9-417A-70A3-5D8DA9BC7F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665D96A-0CC5-85E2-889C-FB0F167B2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85636-7CF5-4FCC-B61F-E9C1AE5D9BE7}" type="datetimeFigureOut">
              <a:rPr lang="zh-TW" altLang="en-US" smtClean="0"/>
              <a:t>2026/5/7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7E88658-8968-F47A-8257-C3A8C8EEF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8ABC620-A89D-426C-5AFA-9D0A926F8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07737-65BD-4347-AF3A-AC7EFE89EB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7159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DCF19B5-8B8D-9435-9567-1AF3DBD88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0265A3B-75B7-EF8E-9C90-D5B39F10A8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F5CAB4F-1E73-93FC-1E05-BAC1BA40FC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E85636-7CF5-4FCC-B61F-E9C1AE5D9BE7}" type="datetimeFigureOut">
              <a:rPr lang="zh-TW" altLang="en-US" smtClean="0"/>
              <a:t>2026/5/7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9A299D2-3200-2E82-18EA-2838F9F747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8F612DB-9399-132C-454F-D9222BA6D2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707737-65BD-4347-AF3A-AC7EFE89EB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4618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CE7579-FCDC-DA7E-8CFB-2F58069D2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Extra information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C6AC8C1-2F2C-88C9-7DFA-0A4DB6D65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You can install WSL2 in Windows to run the doDec.sh and doDec_upscale.sh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707C20D-BE0B-CEB5-A68A-9F996B97C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126" y="2780829"/>
            <a:ext cx="8049748" cy="264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661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805E05-B0C6-5908-1C7D-2C7F279A4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Version of </a:t>
            </a:r>
            <a:r>
              <a:rPr lang="en-US" altLang="zh-TW" dirty="0" err="1"/>
              <a:t>ffmpeg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AB86A2D-594C-ABF5-071F-DA2586ADCB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Newer version of </a:t>
            </a:r>
            <a:r>
              <a:rPr lang="en-US" altLang="zh-TW" dirty="0" err="1"/>
              <a:t>ffmpeg</a:t>
            </a:r>
            <a:r>
              <a:rPr lang="en-US" altLang="zh-TW" dirty="0"/>
              <a:t> complains about “-</a:t>
            </a:r>
            <a:r>
              <a:rPr lang="en-US" altLang="zh-TW" dirty="0" err="1"/>
              <a:t>vsync</a:t>
            </a:r>
            <a:r>
              <a:rPr lang="en-US" altLang="zh-TW" dirty="0"/>
              <a:t> 0” used in the doDec.sh and doDec_upscale.sh scripts</a:t>
            </a: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If the scripts still run, you do not have to do anything</a:t>
            </a:r>
          </a:p>
          <a:p>
            <a:r>
              <a:rPr lang="en-US" altLang="zh-TW" dirty="0"/>
              <a:t>If the scripts do not run owing to this “-</a:t>
            </a:r>
            <a:r>
              <a:rPr lang="en-US" altLang="zh-TW" dirty="0" err="1"/>
              <a:t>vsync</a:t>
            </a:r>
            <a:r>
              <a:rPr lang="en-US" altLang="zh-TW" dirty="0"/>
              <a:t> 0”, change it from </a:t>
            </a:r>
            <a:br>
              <a:rPr lang="en-US" altLang="zh-TW" dirty="0"/>
            </a:br>
            <a:r>
              <a:rPr lang="en-US" altLang="zh-TW" dirty="0"/>
              <a:t>“-</a:t>
            </a:r>
            <a:r>
              <a:rPr lang="en-US" altLang="zh-TW" dirty="0" err="1"/>
              <a:t>vsync</a:t>
            </a:r>
            <a:r>
              <a:rPr lang="en-US" altLang="zh-TW" dirty="0"/>
              <a:t> 0” to “-</a:t>
            </a:r>
            <a:r>
              <a:rPr lang="en-US" altLang="zh-TW" dirty="0" err="1"/>
              <a:t>fps_mode</a:t>
            </a:r>
            <a:r>
              <a:rPr lang="en-US" altLang="zh-TW" dirty="0"/>
              <a:t> passthrough”</a:t>
            </a:r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89B5FDF7-9510-D850-49D7-5D3CE2820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546" y="2945247"/>
            <a:ext cx="8830907" cy="57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108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0E1AC5-A46D-278C-0326-FBA76F21C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When using </a:t>
            </a:r>
            <a:r>
              <a:rPr lang="en-US" altLang="zh-TW" dirty="0" err="1"/>
              <a:t>YUView</a:t>
            </a:r>
            <a:r>
              <a:rPr lang="en-US" altLang="zh-TW" dirty="0"/>
              <a:t>, select 10-bit pixel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706753D-3B88-97DD-02B1-EE87F477A2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Use </a:t>
            </a:r>
            <a:r>
              <a:rPr lang="en-US" altLang="zh-TW" dirty="0" err="1"/>
              <a:t>YUView</a:t>
            </a:r>
            <a:r>
              <a:rPr lang="en-US" altLang="zh-TW" dirty="0"/>
              <a:t> &lt;= 2.13, 2.14 may not work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F626BD-611D-4C17-D716-B7C1B1C84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171" y="2308940"/>
            <a:ext cx="8960268" cy="454906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A5EF4DD7-634F-36C6-2A41-53554C3E7CD2}"/>
              </a:ext>
            </a:extLst>
          </p:cNvPr>
          <p:cNvSpPr/>
          <p:nvPr/>
        </p:nvSpPr>
        <p:spPr>
          <a:xfrm>
            <a:off x="9155921" y="4109673"/>
            <a:ext cx="1515381" cy="182071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語音泡泡: 圓角矩形 6">
            <a:extLst>
              <a:ext uri="{FF2B5EF4-FFF2-40B4-BE49-F238E27FC236}">
                <a16:creationId xmlns:a16="http://schemas.microsoft.com/office/drawing/2014/main" id="{5AA1A840-EDF0-3ECC-7892-4F4A04C0D635}"/>
              </a:ext>
            </a:extLst>
          </p:cNvPr>
          <p:cNvSpPr/>
          <p:nvPr/>
        </p:nvSpPr>
        <p:spPr>
          <a:xfrm>
            <a:off x="10726599" y="2308940"/>
            <a:ext cx="1159497" cy="659876"/>
          </a:xfrm>
          <a:prstGeom prst="wedgeRoundRectCallout">
            <a:avLst>
              <a:gd name="adj1" fmla="val -72052"/>
              <a:gd name="adj2" fmla="val 76786"/>
              <a:gd name="adj3" fmla="val 16667"/>
            </a:avLst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1080p or 4K</a:t>
            </a:r>
            <a:endParaRPr lang="zh-TW" altLang="en-US" dirty="0"/>
          </a:p>
        </p:txBody>
      </p:sp>
      <p:sp>
        <p:nvSpPr>
          <p:cNvPr id="8" name="語音泡泡: 圓角矩形 7">
            <a:extLst>
              <a:ext uri="{FF2B5EF4-FFF2-40B4-BE49-F238E27FC236}">
                <a16:creationId xmlns:a16="http://schemas.microsoft.com/office/drawing/2014/main" id="{64B02D27-6AB1-161D-6905-F1F1AF70758B}"/>
              </a:ext>
            </a:extLst>
          </p:cNvPr>
          <p:cNvSpPr/>
          <p:nvPr/>
        </p:nvSpPr>
        <p:spPr>
          <a:xfrm>
            <a:off x="10726599" y="4291744"/>
            <a:ext cx="1159497" cy="659876"/>
          </a:xfrm>
          <a:prstGeom prst="wedgeRoundRectCallout">
            <a:avLst>
              <a:gd name="adj1" fmla="val -78556"/>
              <a:gd name="adj2" fmla="val -67500"/>
              <a:gd name="adj3" fmla="val 16667"/>
            </a:avLst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Little Endian</a:t>
            </a:r>
            <a:endParaRPr lang="zh-TW" altLang="en-US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FF7A2017-9A23-231A-03F7-D250E30A5F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6220" y="5837228"/>
            <a:ext cx="2182091" cy="943607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6FA5E5FD-399D-CCD1-3393-1A180AB52F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3343" y="3868222"/>
            <a:ext cx="2182090" cy="2921536"/>
          </a:xfrm>
          <a:prstGeom prst="rect">
            <a:avLst/>
          </a:prstGeom>
        </p:spPr>
      </p:pic>
      <p:sp>
        <p:nvSpPr>
          <p:cNvPr id="4" name="十字形 3">
            <a:extLst>
              <a:ext uri="{FF2B5EF4-FFF2-40B4-BE49-F238E27FC236}">
                <a16:creationId xmlns:a16="http://schemas.microsoft.com/office/drawing/2014/main" id="{C2497AC3-F159-679D-DB2B-556417F67120}"/>
              </a:ext>
            </a:extLst>
          </p:cNvPr>
          <p:cNvSpPr/>
          <p:nvPr/>
        </p:nvSpPr>
        <p:spPr>
          <a:xfrm rot="18868789">
            <a:off x="6054702" y="4244974"/>
            <a:ext cx="1819373" cy="1819373"/>
          </a:xfrm>
          <a:prstGeom prst="plus">
            <a:avLst>
              <a:gd name="adj" fmla="val 3691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1A4E6854-B384-2B65-25C6-C47BE70219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262" y="2795049"/>
            <a:ext cx="2580597" cy="2542271"/>
          </a:xfrm>
          <a:prstGeom prst="rect">
            <a:avLst/>
          </a:prstGeom>
        </p:spPr>
      </p:pic>
      <p:sp>
        <p:nvSpPr>
          <p:cNvPr id="13" name="L 圖案 12">
            <a:extLst>
              <a:ext uri="{FF2B5EF4-FFF2-40B4-BE49-F238E27FC236}">
                <a16:creationId xmlns:a16="http://schemas.microsoft.com/office/drawing/2014/main" id="{9C62DFCC-F7AD-AA10-2385-3F0BB55CCE7E}"/>
              </a:ext>
            </a:extLst>
          </p:cNvPr>
          <p:cNvSpPr/>
          <p:nvPr/>
        </p:nvSpPr>
        <p:spPr>
          <a:xfrm rot="19126588">
            <a:off x="1875736" y="3802442"/>
            <a:ext cx="1310325" cy="709558"/>
          </a:xfrm>
          <a:prstGeom prst="corner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1361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4E6F7B-C77B-22FF-465B-A92F878D0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Video file .</a:t>
            </a:r>
            <a:r>
              <a:rPr lang="en-US" altLang="zh-TW" dirty="0" err="1"/>
              <a:t>yuv</a:t>
            </a:r>
            <a:r>
              <a:rPr lang="en-US" altLang="zh-TW" dirty="0"/>
              <a:t> prefix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DC4CF9B-3334-EECF-742B-DDF6C7A5D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Video frames are indexed from 0 (0, 1, 2, 3, 4, 5, 6 ……)</a:t>
            </a:r>
          </a:p>
          <a:p>
            <a:r>
              <a:rPr lang="en-US" altLang="zh-TW" dirty="0"/>
              <a:t>Prefix “odd_” means the .</a:t>
            </a:r>
            <a:r>
              <a:rPr lang="en-US" altLang="zh-TW" dirty="0" err="1"/>
              <a:t>yuv</a:t>
            </a:r>
            <a:r>
              <a:rPr lang="en-US" altLang="zh-TW" dirty="0"/>
              <a:t> files are with odd frames (1, 3, 5, …)</a:t>
            </a:r>
          </a:p>
          <a:p>
            <a:r>
              <a:rPr lang="en-US" altLang="zh-TW" dirty="0"/>
              <a:t>Prefix “even_” means the .</a:t>
            </a:r>
            <a:r>
              <a:rPr lang="en-US" altLang="zh-TW" dirty="0" err="1"/>
              <a:t>yuv</a:t>
            </a:r>
            <a:r>
              <a:rPr lang="en-US" altLang="zh-TW" dirty="0"/>
              <a:t> files are with even frames (0, 2, 4, …)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52427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FC3698-9041-59D2-CC83-DA49E1C32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Python package dependency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9568FF1-4B3A-6043-953B-7E48F48280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To calculate BD-rate by the Python script like testOddFramesXXX.py, the only library dependency is “</a:t>
            </a:r>
            <a:r>
              <a:rPr lang="en-US" altLang="zh-TW" dirty="0" err="1"/>
              <a:t>numpy</a:t>
            </a:r>
            <a:r>
              <a:rPr lang="en-US" altLang="zh-TW" dirty="0"/>
              <a:t>”. Be sure to install </a:t>
            </a:r>
            <a:r>
              <a:rPr lang="en-US" altLang="zh-TW" dirty="0" err="1"/>
              <a:t>numpy</a:t>
            </a:r>
            <a:r>
              <a:rPr lang="en-US" altLang="zh-TW" dirty="0"/>
              <a:t> before running the scripts.</a:t>
            </a:r>
          </a:p>
          <a:p>
            <a:endParaRPr lang="en-US" altLang="zh-TW" dirty="0"/>
          </a:p>
          <a:p>
            <a:r>
              <a:rPr lang="en-US" altLang="zh-TW" dirty="0"/>
              <a:t>Extra suggestion (optional)</a:t>
            </a:r>
          </a:p>
          <a:p>
            <a:pPr lvl="1"/>
            <a:r>
              <a:rPr lang="en-US" altLang="zh-TW" dirty="0"/>
              <a:t>Re-write the Python scripts with C++ to accelerate the speed of calculating BD-rate if you expect there will be a lot of iterations of your algorithm</a:t>
            </a:r>
          </a:p>
          <a:p>
            <a:pPr lvl="2"/>
            <a:r>
              <a:rPr lang="en-US" altLang="zh-TW" dirty="0"/>
              <a:t>AI can help!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32182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245</Words>
  <Application>Microsoft Office PowerPoint</Application>
  <PresentationFormat>寬螢幕</PresentationFormat>
  <Paragraphs>22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佈景主題</vt:lpstr>
      <vt:lpstr>Extra information</vt:lpstr>
      <vt:lpstr>Version of ffmpeg</vt:lpstr>
      <vt:lpstr>When using YUView, select 10-bit pixel</vt:lpstr>
      <vt:lpstr>Video file .yuv prefix</vt:lpstr>
      <vt:lpstr>Python package dependency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泓輝 陳</dc:creator>
  <cp:lastModifiedBy>泓輝 陳</cp:lastModifiedBy>
  <cp:revision>22</cp:revision>
  <cp:lastPrinted>2026-05-07T15:18:57Z</cp:lastPrinted>
  <dcterms:created xsi:type="dcterms:W3CDTF">2026-05-07T13:37:39Z</dcterms:created>
  <dcterms:modified xsi:type="dcterms:W3CDTF">2026-05-07T15:38:22Z</dcterms:modified>
</cp:coreProperties>
</file>